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29" r:id="rId5"/>
    <p:sldId id="350" r:id="rId6"/>
    <p:sldId id="362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63" r:id="rId15"/>
    <p:sldId id="364" r:id="rId16"/>
    <p:sldId id="359" r:id="rId17"/>
    <p:sldId id="360" r:id="rId18"/>
    <p:sldId id="365" r:id="rId19"/>
    <p:sldId id="367" r:id="rId20"/>
    <p:sldId id="3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2" autoAdjust="0"/>
    <p:restoredTop sz="95374" autoAdjust="0"/>
  </p:normalViewPr>
  <p:slideViewPr>
    <p:cSldViewPr snapToGrid="0">
      <p:cViewPr varScale="1">
        <p:scale>
          <a:sx n="91" d="100"/>
          <a:sy n="91" d="100"/>
        </p:scale>
        <p:origin x="562" y="62"/>
      </p:cViewPr>
      <p:guideLst/>
    </p:cSldViewPr>
  </p:slideViewPr>
  <p:outlineViewPr>
    <p:cViewPr>
      <p:scale>
        <a:sx n="33" d="100"/>
        <a:sy n="33" d="100"/>
      </p:scale>
      <p:origin x="0" y="-103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6480AC-C0DE-4E5E-9ECD-9AE37E3FCB79}" type="doc">
      <dgm:prSet loTypeId="urn:microsoft.com/office/officeart/2005/8/layout/process1" loCatId="timelin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A8C03FBB-4A75-4460-AEA6-DEAEB9C61496}">
      <dgm:prSet phldrT="[Text]" phldr="0"/>
      <dgm:spPr/>
      <dgm:t>
        <a:bodyPr/>
        <a:lstStyle/>
        <a:p>
          <a:r>
            <a:rPr lang="en-US" b="0" i="0" dirty="0">
              <a:latin typeface="Trebuchet MS" panose="020B0703020202090204" pitchFamily="34" charset="0"/>
            </a:rPr>
            <a:t>1.27B Impressions</a:t>
          </a:r>
        </a:p>
      </dgm:t>
    </dgm:pt>
    <dgm:pt modelId="{4E972F7F-4B1B-47AA-A25B-1FFC561F1C76}" type="parTrans" cxnId="{D3D81948-D963-4D1E-AE16-9705EAF510FC}">
      <dgm:prSet/>
      <dgm:spPr/>
      <dgm:t>
        <a:bodyPr/>
        <a:lstStyle/>
        <a:p>
          <a:endParaRPr lang="en-US"/>
        </a:p>
      </dgm:t>
    </dgm:pt>
    <dgm:pt modelId="{67361508-930A-4A23-8CFC-BB56DA645C3C}" type="sibTrans" cxnId="{D3D81948-D963-4D1E-AE16-9705EAF510FC}">
      <dgm:prSet/>
      <dgm:spPr/>
      <dgm:t>
        <a:bodyPr/>
        <a:lstStyle/>
        <a:p>
          <a:endParaRPr lang="en-US" dirty="0"/>
        </a:p>
      </dgm:t>
    </dgm:pt>
    <dgm:pt modelId="{91969DED-4CB8-4A14-A50B-3F7B848E46B5}">
      <dgm:prSet phldrT="[Text]" phldr="0"/>
      <dgm:spPr/>
      <dgm:t>
        <a:bodyPr/>
        <a:lstStyle/>
        <a:p>
          <a:r>
            <a:rPr lang="en-US" b="0" i="0" dirty="0">
              <a:latin typeface="Trebuchet MS" panose="020B0703020202090204" pitchFamily="34" charset="0"/>
            </a:rPr>
            <a:t>987M Reach</a:t>
          </a:r>
        </a:p>
      </dgm:t>
    </dgm:pt>
    <dgm:pt modelId="{441CD73D-85E1-42A6-BCF8-362A3247E2F3}" type="parTrans" cxnId="{537F2ED0-8BD0-4AD5-B60D-89B660EDA1AC}">
      <dgm:prSet/>
      <dgm:spPr/>
      <dgm:t>
        <a:bodyPr/>
        <a:lstStyle/>
        <a:p>
          <a:endParaRPr lang="en-US"/>
        </a:p>
      </dgm:t>
    </dgm:pt>
    <dgm:pt modelId="{81CA8AA2-C0C3-4381-BA8B-413EDD578B83}" type="sibTrans" cxnId="{537F2ED0-8BD0-4AD5-B60D-89B660EDA1AC}">
      <dgm:prSet/>
      <dgm:spPr/>
      <dgm:t>
        <a:bodyPr/>
        <a:lstStyle/>
        <a:p>
          <a:endParaRPr lang="en-US" dirty="0"/>
        </a:p>
      </dgm:t>
    </dgm:pt>
    <dgm:pt modelId="{3CC73758-10C1-47F8-AFA7-1A986D4DDD60}">
      <dgm:prSet phldrT="[Text]" phldr="0"/>
      <dgm:spPr/>
      <dgm:t>
        <a:bodyPr/>
        <a:lstStyle/>
        <a:p>
          <a:r>
            <a:rPr lang="en-US" b="0" i="0">
              <a:latin typeface="Trebuchet MS" panose="020B0703020202090204" pitchFamily="34" charset="0"/>
            </a:rPr>
            <a:t>148M Likes</a:t>
          </a:r>
          <a:endParaRPr lang="en-US" b="0" i="0" dirty="0">
            <a:latin typeface="Trebuchet MS" panose="020B0703020202090204" pitchFamily="34" charset="0"/>
          </a:endParaRPr>
        </a:p>
      </dgm:t>
    </dgm:pt>
    <dgm:pt modelId="{FF6AE4B6-4A2F-49EE-9316-9AF55E77838B}" type="parTrans" cxnId="{4A69F85D-5C15-48FD-893A-B3050E1BADEB}">
      <dgm:prSet/>
      <dgm:spPr/>
      <dgm:t>
        <a:bodyPr/>
        <a:lstStyle/>
        <a:p>
          <a:endParaRPr lang="en-US"/>
        </a:p>
      </dgm:t>
    </dgm:pt>
    <dgm:pt modelId="{D8170BBA-6035-4773-8431-FEDD687647FF}" type="sibTrans" cxnId="{4A69F85D-5C15-48FD-893A-B3050E1BADEB}">
      <dgm:prSet/>
      <dgm:spPr/>
      <dgm:t>
        <a:bodyPr/>
        <a:lstStyle/>
        <a:p>
          <a:endParaRPr lang="en-US" dirty="0"/>
        </a:p>
      </dgm:t>
    </dgm:pt>
    <dgm:pt modelId="{D2FE027B-4161-41E1-B4D4-02AECB2E3FA0}">
      <dgm:prSet phldrT="[Text]" phldr="0"/>
      <dgm:spPr/>
      <dgm:t>
        <a:bodyPr/>
        <a:lstStyle/>
        <a:p>
          <a:r>
            <a:rPr lang="en-US" b="0" i="0" dirty="0">
              <a:latin typeface="Trebuchet MS" panose="020B0703020202090204" pitchFamily="34" charset="0"/>
            </a:rPr>
            <a:t>18M Comments</a:t>
          </a:r>
        </a:p>
      </dgm:t>
    </dgm:pt>
    <dgm:pt modelId="{88680CFE-3CE0-4842-B3D3-716D3B671238}" type="parTrans" cxnId="{4F4F82A2-02F1-492B-96C1-46C070BEFCE3}">
      <dgm:prSet/>
      <dgm:spPr/>
      <dgm:t>
        <a:bodyPr/>
        <a:lstStyle/>
        <a:p>
          <a:endParaRPr lang="en-US"/>
        </a:p>
      </dgm:t>
    </dgm:pt>
    <dgm:pt modelId="{4D59E06B-629C-40B5-96D3-423B7A56C945}" type="sibTrans" cxnId="{4F4F82A2-02F1-492B-96C1-46C070BEFCE3}">
      <dgm:prSet/>
      <dgm:spPr/>
      <dgm:t>
        <a:bodyPr/>
        <a:lstStyle/>
        <a:p>
          <a:endParaRPr lang="en-US"/>
        </a:p>
      </dgm:t>
    </dgm:pt>
    <dgm:pt modelId="{2BE415B7-7185-4956-8487-237B40BC0EE5}">
      <dgm:prSet phldrT="[Text]" phldr="0"/>
      <dgm:spPr/>
      <dgm:t>
        <a:bodyPr/>
        <a:lstStyle/>
        <a:p>
          <a:r>
            <a:rPr lang="en-US" b="0" i="0" dirty="0">
              <a:latin typeface="Trebuchet MS" panose="020B0703020202090204" pitchFamily="34" charset="0"/>
            </a:rPr>
            <a:t>8M Shares</a:t>
          </a:r>
        </a:p>
      </dgm:t>
    </dgm:pt>
    <dgm:pt modelId="{A38E847E-0D1D-4F40-9A71-4D5999ADE08B}" type="parTrans" cxnId="{CB32A309-9CA9-4554-941D-519A91A9E733}">
      <dgm:prSet/>
      <dgm:spPr/>
      <dgm:t>
        <a:bodyPr/>
        <a:lstStyle/>
        <a:p>
          <a:endParaRPr lang="en-US"/>
        </a:p>
      </dgm:t>
    </dgm:pt>
    <dgm:pt modelId="{F0D1C61C-E3F2-49BA-A2D8-C04A81308E5D}" type="sibTrans" cxnId="{CB32A309-9CA9-4554-941D-519A91A9E733}">
      <dgm:prSet/>
      <dgm:spPr/>
      <dgm:t>
        <a:bodyPr/>
        <a:lstStyle/>
        <a:p>
          <a:endParaRPr lang="en-US" dirty="0"/>
        </a:p>
      </dgm:t>
    </dgm:pt>
    <dgm:pt modelId="{60E75F20-FAFC-418A-A9B9-F13CD017FAA0}">
      <dgm:prSet phldrT="[Text]" phldr="0"/>
      <dgm:spPr/>
      <dgm:t>
        <a:bodyPr/>
        <a:lstStyle/>
        <a:p>
          <a:r>
            <a:rPr lang="en-US" b="0" i="0" dirty="0">
              <a:latin typeface="Trebuchet MS" panose="020B0703020202090204" pitchFamily="34" charset="0"/>
            </a:rPr>
            <a:t>9M Saves</a:t>
          </a:r>
        </a:p>
      </dgm:t>
    </dgm:pt>
    <dgm:pt modelId="{D729283E-8786-41D4-AC07-8E8C5EE7F95F}" type="parTrans" cxnId="{F93650E2-EB6E-437A-94E2-7A14C4FEC3A5}">
      <dgm:prSet/>
      <dgm:spPr/>
      <dgm:t>
        <a:bodyPr/>
        <a:lstStyle/>
        <a:p>
          <a:endParaRPr lang="en-US"/>
        </a:p>
      </dgm:t>
    </dgm:pt>
    <dgm:pt modelId="{3D16E366-64F0-479B-BE9A-B803E1AFD9F9}" type="sibTrans" cxnId="{F93650E2-EB6E-437A-94E2-7A14C4FEC3A5}">
      <dgm:prSet/>
      <dgm:spPr/>
      <dgm:t>
        <a:bodyPr/>
        <a:lstStyle/>
        <a:p>
          <a:endParaRPr lang="en-US"/>
        </a:p>
      </dgm:t>
    </dgm:pt>
    <dgm:pt modelId="{442F51BF-3AF3-264B-B1C9-158A2EE57001}" type="pres">
      <dgm:prSet presAssocID="{A66480AC-C0DE-4E5E-9ECD-9AE37E3FCB79}" presName="Name0" presStyleCnt="0">
        <dgm:presLayoutVars>
          <dgm:dir/>
          <dgm:resizeHandles val="exact"/>
        </dgm:presLayoutVars>
      </dgm:prSet>
      <dgm:spPr/>
    </dgm:pt>
    <dgm:pt modelId="{8E33934D-5F47-E044-B3E2-AF509A0ED89A}" type="pres">
      <dgm:prSet presAssocID="{A8C03FBB-4A75-4460-AEA6-DEAEB9C61496}" presName="node" presStyleLbl="node1" presStyleIdx="0" presStyleCnt="6">
        <dgm:presLayoutVars>
          <dgm:bulletEnabled val="1"/>
        </dgm:presLayoutVars>
      </dgm:prSet>
      <dgm:spPr/>
    </dgm:pt>
    <dgm:pt modelId="{028E346F-9656-7743-AF21-744263D03F0F}" type="pres">
      <dgm:prSet presAssocID="{67361508-930A-4A23-8CFC-BB56DA645C3C}" presName="sibTrans" presStyleLbl="sibTrans2D1" presStyleIdx="0" presStyleCnt="5"/>
      <dgm:spPr/>
    </dgm:pt>
    <dgm:pt modelId="{6AF85A9F-6D1E-1146-908B-134AB203130D}" type="pres">
      <dgm:prSet presAssocID="{67361508-930A-4A23-8CFC-BB56DA645C3C}" presName="connectorText" presStyleLbl="sibTrans2D1" presStyleIdx="0" presStyleCnt="5"/>
      <dgm:spPr/>
    </dgm:pt>
    <dgm:pt modelId="{15538BC1-5359-194D-B4C7-0F576B299FCB}" type="pres">
      <dgm:prSet presAssocID="{91969DED-4CB8-4A14-A50B-3F7B848E46B5}" presName="node" presStyleLbl="node1" presStyleIdx="1" presStyleCnt="6">
        <dgm:presLayoutVars>
          <dgm:bulletEnabled val="1"/>
        </dgm:presLayoutVars>
      </dgm:prSet>
      <dgm:spPr/>
    </dgm:pt>
    <dgm:pt modelId="{AEE8A976-433B-B340-9157-987D28648C82}" type="pres">
      <dgm:prSet presAssocID="{81CA8AA2-C0C3-4381-BA8B-413EDD578B83}" presName="sibTrans" presStyleLbl="sibTrans2D1" presStyleIdx="1" presStyleCnt="5"/>
      <dgm:spPr/>
    </dgm:pt>
    <dgm:pt modelId="{04DD920F-E79D-054E-AB38-9C26CDB8D2C1}" type="pres">
      <dgm:prSet presAssocID="{81CA8AA2-C0C3-4381-BA8B-413EDD578B83}" presName="connectorText" presStyleLbl="sibTrans2D1" presStyleIdx="1" presStyleCnt="5"/>
      <dgm:spPr/>
    </dgm:pt>
    <dgm:pt modelId="{796C5EBE-0A0A-3240-ADB5-42A4B74BBC77}" type="pres">
      <dgm:prSet presAssocID="{3CC73758-10C1-47F8-AFA7-1A986D4DDD60}" presName="node" presStyleLbl="node1" presStyleIdx="2" presStyleCnt="6">
        <dgm:presLayoutVars>
          <dgm:bulletEnabled val="1"/>
        </dgm:presLayoutVars>
      </dgm:prSet>
      <dgm:spPr/>
    </dgm:pt>
    <dgm:pt modelId="{E098F97D-5E2C-434C-98D8-8D1C7717993D}" type="pres">
      <dgm:prSet presAssocID="{D8170BBA-6035-4773-8431-FEDD687647FF}" presName="sibTrans" presStyleLbl="sibTrans2D1" presStyleIdx="2" presStyleCnt="5"/>
      <dgm:spPr/>
    </dgm:pt>
    <dgm:pt modelId="{BB559CA3-B740-A34F-AE94-15E321B93DFA}" type="pres">
      <dgm:prSet presAssocID="{D8170BBA-6035-4773-8431-FEDD687647FF}" presName="connectorText" presStyleLbl="sibTrans2D1" presStyleIdx="2" presStyleCnt="5"/>
      <dgm:spPr/>
    </dgm:pt>
    <dgm:pt modelId="{8D30FCA1-83CA-224B-B9F5-E6805105D1A9}" type="pres">
      <dgm:prSet presAssocID="{D2FE027B-4161-41E1-B4D4-02AECB2E3FA0}" presName="node" presStyleLbl="node1" presStyleIdx="3" presStyleCnt="6">
        <dgm:presLayoutVars>
          <dgm:bulletEnabled val="1"/>
        </dgm:presLayoutVars>
      </dgm:prSet>
      <dgm:spPr/>
    </dgm:pt>
    <dgm:pt modelId="{95E772A9-C187-4F81-A11F-09B9EEA40ACA}" type="pres">
      <dgm:prSet presAssocID="{4D59E06B-629C-40B5-96D3-423B7A56C945}" presName="sibTrans" presStyleLbl="sibTrans2D1" presStyleIdx="3" presStyleCnt="5"/>
      <dgm:spPr/>
    </dgm:pt>
    <dgm:pt modelId="{AA7CC8B3-4DFE-4A0D-B3F0-720F31D209C5}" type="pres">
      <dgm:prSet presAssocID="{4D59E06B-629C-40B5-96D3-423B7A56C945}" presName="connectorText" presStyleLbl="sibTrans2D1" presStyleIdx="3" presStyleCnt="5"/>
      <dgm:spPr/>
    </dgm:pt>
    <dgm:pt modelId="{980A5966-A8CB-4F8F-B30E-A5242D76AB89}" type="pres">
      <dgm:prSet presAssocID="{2BE415B7-7185-4956-8487-237B40BC0EE5}" presName="node" presStyleLbl="node1" presStyleIdx="4" presStyleCnt="6">
        <dgm:presLayoutVars>
          <dgm:bulletEnabled val="1"/>
        </dgm:presLayoutVars>
      </dgm:prSet>
      <dgm:spPr/>
    </dgm:pt>
    <dgm:pt modelId="{DCE7D901-1B44-44B4-8052-C3450ACC89BB}" type="pres">
      <dgm:prSet presAssocID="{F0D1C61C-E3F2-49BA-A2D8-C04A81308E5D}" presName="sibTrans" presStyleLbl="sibTrans2D1" presStyleIdx="4" presStyleCnt="5"/>
      <dgm:spPr/>
    </dgm:pt>
    <dgm:pt modelId="{CD2AB384-40F3-4F85-94D2-FF7FF7A1C6F6}" type="pres">
      <dgm:prSet presAssocID="{F0D1C61C-E3F2-49BA-A2D8-C04A81308E5D}" presName="connectorText" presStyleLbl="sibTrans2D1" presStyleIdx="4" presStyleCnt="5"/>
      <dgm:spPr/>
    </dgm:pt>
    <dgm:pt modelId="{E82E4B03-F843-4A4A-9FA2-82478A054A73}" type="pres">
      <dgm:prSet presAssocID="{60E75F20-FAFC-418A-A9B9-F13CD017FAA0}" presName="node" presStyleLbl="node1" presStyleIdx="5" presStyleCnt="6">
        <dgm:presLayoutVars>
          <dgm:bulletEnabled val="1"/>
        </dgm:presLayoutVars>
      </dgm:prSet>
      <dgm:spPr/>
    </dgm:pt>
  </dgm:ptLst>
  <dgm:cxnLst>
    <dgm:cxn modelId="{83D0A101-B559-4908-B7F3-ABCC04B21045}" type="presOf" srcId="{D2FE027B-4161-41E1-B4D4-02AECB2E3FA0}" destId="{8D30FCA1-83CA-224B-B9F5-E6805105D1A9}" srcOrd="0" destOrd="0" presId="urn:microsoft.com/office/officeart/2005/8/layout/process1"/>
    <dgm:cxn modelId="{A5657809-C79C-4EC0-85DD-701CCFEEA894}" type="presOf" srcId="{D8170BBA-6035-4773-8431-FEDD687647FF}" destId="{BB559CA3-B740-A34F-AE94-15E321B93DFA}" srcOrd="1" destOrd="0" presId="urn:microsoft.com/office/officeart/2005/8/layout/process1"/>
    <dgm:cxn modelId="{CB32A309-9CA9-4554-941D-519A91A9E733}" srcId="{A66480AC-C0DE-4E5E-9ECD-9AE37E3FCB79}" destId="{2BE415B7-7185-4956-8487-237B40BC0EE5}" srcOrd="4" destOrd="0" parTransId="{A38E847E-0D1D-4F40-9A71-4D5999ADE08B}" sibTransId="{F0D1C61C-E3F2-49BA-A2D8-C04A81308E5D}"/>
    <dgm:cxn modelId="{C796760C-7EC6-4EC6-BD0C-5E68E49FB014}" type="presOf" srcId="{67361508-930A-4A23-8CFC-BB56DA645C3C}" destId="{6AF85A9F-6D1E-1146-908B-134AB203130D}" srcOrd="1" destOrd="0" presId="urn:microsoft.com/office/officeart/2005/8/layout/process1"/>
    <dgm:cxn modelId="{547A8D13-59FF-D94C-8E1E-EB1B400DAF29}" type="presOf" srcId="{A66480AC-C0DE-4E5E-9ECD-9AE37E3FCB79}" destId="{442F51BF-3AF3-264B-B1C9-158A2EE57001}" srcOrd="0" destOrd="0" presId="urn:microsoft.com/office/officeart/2005/8/layout/process1"/>
    <dgm:cxn modelId="{1CC07C16-2D68-4F02-9D03-1ED6404C9819}" type="presOf" srcId="{81CA8AA2-C0C3-4381-BA8B-413EDD578B83}" destId="{04DD920F-E79D-054E-AB38-9C26CDB8D2C1}" srcOrd="1" destOrd="0" presId="urn:microsoft.com/office/officeart/2005/8/layout/process1"/>
    <dgm:cxn modelId="{9B24E51C-FCFD-4ACF-9E41-EB1D1BDC455B}" type="presOf" srcId="{F0D1C61C-E3F2-49BA-A2D8-C04A81308E5D}" destId="{DCE7D901-1B44-44B4-8052-C3450ACC89BB}" srcOrd="0" destOrd="0" presId="urn:microsoft.com/office/officeart/2005/8/layout/process1"/>
    <dgm:cxn modelId="{7F57B023-F420-4D85-87C5-591CFE3671C6}" type="presOf" srcId="{A8C03FBB-4A75-4460-AEA6-DEAEB9C61496}" destId="{8E33934D-5F47-E044-B3E2-AF509A0ED89A}" srcOrd="0" destOrd="0" presId="urn:microsoft.com/office/officeart/2005/8/layout/process1"/>
    <dgm:cxn modelId="{A084B02B-451F-4D82-BE05-CF5E11FCF6BA}" type="presOf" srcId="{4D59E06B-629C-40B5-96D3-423B7A56C945}" destId="{95E772A9-C187-4F81-A11F-09B9EEA40ACA}" srcOrd="0" destOrd="0" presId="urn:microsoft.com/office/officeart/2005/8/layout/process1"/>
    <dgm:cxn modelId="{A393263A-85E4-41A8-A7D1-AB9FABCBF7E1}" type="presOf" srcId="{2BE415B7-7185-4956-8487-237B40BC0EE5}" destId="{980A5966-A8CB-4F8F-B30E-A5242D76AB89}" srcOrd="0" destOrd="0" presId="urn:microsoft.com/office/officeart/2005/8/layout/process1"/>
    <dgm:cxn modelId="{7A7AF33D-B83B-4708-90FE-2E829CEA5AA6}" type="presOf" srcId="{67361508-930A-4A23-8CFC-BB56DA645C3C}" destId="{028E346F-9656-7743-AF21-744263D03F0F}" srcOrd="0" destOrd="0" presId="urn:microsoft.com/office/officeart/2005/8/layout/process1"/>
    <dgm:cxn modelId="{4A69F85D-5C15-48FD-893A-B3050E1BADEB}" srcId="{A66480AC-C0DE-4E5E-9ECD-9AE37E3FCB79}" destId="{3CC73758-10C1-47F8-AFA7-1A986D4DDD60}" srcOrd="2" destOrd="0" parTransId="{FF6AE4B6-4A2F-49EE-9316-9AF55E77838B}" sibTransId="{D8170BBA-6035-4773-8431-FEDD687647FF}"/>
    <dgm:cxn modelId="{E9463D63-1759-417D-ABD6-755149BFC684}" type="presOf" srcId="{60E75F20-FAFC-418A-A9B9-F13CD017FAA0}" destId="{E82E4B03-F843-4A4A-9FA2-82478A054A73}" srcOrd="0" destOrd="0" presId="urn:microsoft.com/office/officeart/2005/8/layout/process1"/>
    <dgm:cxn modelId="{D3D81948-D963-4D1E-AE16-9705EAF510FC}" srcId="{A66480AC-C0DE-4E5E-9ECD-9AE37E3FCB79}" destId="{A8C03FBB-4A75-4460-AEA6-DEAEB9C61496}" srcOrd="0" destOrd="0" parTransId="{4E972F7F-4B1B-47AA-A25B-1FFC561F1C76}" sibTransId="{67361508-930A-4A23-8CFC-BB56DA645C3C}"/>
    <dgm:cxn modelId="{2B34457C-016F-4953-A735-74C00CA29248}" type="presOf" srcId="{91969DED-4CB8-4A14-A50B-3F7B848E46B5}" destId="{15538BC1-5359-194D-B4C7-0F576B299FCB}" srcOrd="0" destOrd="0" presId="urn:microsoft.com/office/officeart/2005/8/layout/process1"/>
    <dgm:cxn modelId="{E576B27F-63D5-4A8B-BC6A-BF9EE7D3ABB2}" type="presOf" srcId="{D8170BBA-6035-4773-8431-FEDD687647FF}" destId="{E098F97D-5E2C-434C-98D8-8D1C7717993D}" srcOrd="0" destOrd="0" presId="urn:microsoft.com/office/officeart/2005/8/layout/process1"/>
    <dgm:cxn modelId="{97BF6487-26E3-48F2-B3F2-03F7CA9E1A8D}" type="presOf" srcId="{81CA8AA2-C0C3-4381-BA8B-413EDD578B83}" destId="{AEE8A976-433B-B340-9157-987D28648C82}" srcOrd="0" destOrd="0" presId="urn:microsoft.com/office/officeart/2005/8/layout/process1"/>
    <dgm:cxn modelId="{4F4F82A2-02F1-492B-96C1-46C070BEFCE3}" srcId="{A66480AC-C0DE-4E5E-9ECD-9AE37E3FCB79}" destId="{D2FE027B-4161-41E1-B4D4-02AECB2E3FA0}" srcOrd="3" destOrd="0" parTransId="{88680CFE-3CE0-4842-B3D3-716D3B671238}" sibTransId="{4D59E06B-629C-40B5-96D3-423B7A56C945}"/>
    <dgm:cxn modelId="{E1A784CF-4A6B-4928-B9E6-CFFD3F4D06B9}" type="presOf" srcId="{F0D1C61C-E3F2-49BA-A2D8-C04A81308E5D}" destId="{CD2AB384-40F3-4F85-94D2-FF7FF7A1C6F6}" srcOrd="1" destOrd="0" presId="urn:microsoft.com/office/officeart/2005/8/layout/process1"/>
    <dgm:cxn modelId="{537F2ED0-8BD0-4AD5-B60D-89B660EDA1AC}" srcId="{A66480AC-C0DE-4E5E-9ECD-9AE37E3FCB79}" destId="{91969DED-4CB8-4A14-A50B-3F7B848E46B5}" srcOrd="1" destOrd="0" parTransId="{441CD73D-85E1-42A6-BCF8-362A3247E2F3}" sibTransId="{81CA8AA2-C0C3-4381-BA8B-413EDD578B83}"/>
    <dgm:cxn modelId="{F93650E2-EB6E-437A-94E2-7A14C4FEC3A5}" srcId="{A66480AC-C0DE-4E5E-9ECD-9AE37E3FCB79}" destId="{60E75F20-FAFC-418A-A9B9-F13CD017FAA0}" srcOrd="5" destOrd="0" parTransId="{D729283E-8786-41D4-AC07-8E8C5EE7F95F}" sibTransId="{3D16E366-64F0-479B-BE9A-B803E1AFD9F9}"/>
    <dgm:cxn modelId="{8ABEF0EE-A6B4-4CD2-8F76-CC804C1EF446}" type="presOf" srcId="{3CC73758-10C1-47F8-AFA7-1A986D4DDD60}" destId="{796C5EBE-0A0A-3240-ADB5-42A4B74BBC77}" srcOrd="0" destOrd="0" presId="urn:microsoft.com/office/officeart/2005/8/layout/process1"/>
    <dgm:cxn modelId="{154325F3-5FC2-4BF4-8571-84CC0A852903}" type="presOf" srcId="{4D59E06B-629C-40B5-96D3-423B7A56C945}" destId="{AA7CC8B3-4DFE-4A0D-B3F0-720F31D209C5}" srcOrd="1" destOrd="0" presId="urn:microsoft.com/office/officeart/2005/8/layout/process1"/>
    <dgm:cxn modelId="{0FE6E022-84D6-4246-AC9B-ED43DFD5969D}" type="presParOf" srcId="{442F51BF-3AF3-264B-B1C9-158A2EE57001}" destId="{8E33934D-5F47-E044-B3E2-AF509A0ED89A}" srcOrd="0" destOrd="0" presId="urn:microsoft.com/office/officeart/2005/8/layout/process1"/>
    <dgm:cxn modelId="{812A20FA-15DE-4466-B762-779550587F73}" type="presParOf" srcId="{442F51BF-3AF3-264B-B1C9-158A2EE57001}" destId="{028E346F-9656-7743-AF21-744263D03F0F}" srcOrd="1" destOrd="0" presId="urn:microsoft.com/office/officeart/2005/8/layout/process1"/>
    <dgm:cxn modelId="{ACDB0CE3-B9AA-4945-9A5D-908B5B13C5A1}" type="presParOf" srcId="{028E346F-9656-7743-AF21-744263D03F0F}" destId="{6AF85A9F-6D1E-1146-908B-134AB203130D}" srcOrd="0" destOrd="0" presId="urn:microsoft.com/office/officeart/2005/8/layout/process1"/>
    <dgm:cxn modelId="{A0A94DC2-114F-4577-BE54-D19807F6E75A}" type="presParOf" srcId="{442F51BF-3AF3-264B-B1C9-158A2EE57001}" destId="{15538BC1-5359-194D-B4C7-0F576B299FCB}" srcOrd="2" destOrd="0" presId="urn:microsoft.com/office/officeart/2005/8/layout/process1"/>
    <dgm:cxn modelId="{C31FFA5A-1F72-4346-B953-5754F6740A2E}" type="presParOf" srcId="{442F51BF-3AF3-264B-B1C9-158A2EE57001}" destId="{AEE8A976-433B-B340-9157-987D28648C82}" srcOrd="3" destOrd="0" presId="urn:microsoft.com/office/officeart/2005/8/layout/process1"/>
    <dgm:cxn modelId="{CF2A6851-9983-4A72-B4F1-5A7749C69B60}" type="presParOf" srcId="{AEE8A976-433B-B340-9157-987D28648C82}" destId="{04DD920F-E79D-054E-AB38-9C26CDB8D2C1}" srcOrd="0" destOrd="0" presId="urn:microsoft.com/office/officeart/2005/8/layout/process1"/>
    <dgm:cxn modelId="{A632D033-4AD6-4A73-80BB-EC68856F1613}" type="presParOf" srcId="{442F51BF-3AF3-264B-B1C9-158A2EE57001}" destId="{796C5EBE-0A0A-3240-ADB5-42A4B74BBC77}" srcOrd="4" destOrd="0" presId="urn:microsoft.com/office/officeart/2005/8/layout/process1"/>
    <dgm:cxn modelId="{3C343DD7-4594-4CEA-948F-A01DDEEC4FE9}" type="presParOf" srcId="{442F51BF-3AF3-264B-B1C9-158A2EE57001}" destId="{E098F97D-5E2C-434C-98D8-8D1C7717993D}" srcOrd="5" destOrd="0" presId="urn:microsoft.com/office/officeart/2005/8/layout/process1"/>
    <dgm:cxn modelId="{89BF083B-1588-4087-8E03-D20110F9CFD3}" type="presParOf" srcId="{E098F97D-5E2C-434C-98D8-8D1C7717993D}" destId="{BB559CA3-B740-A34F-AE94-15E321B93DFA}" srcOrd="0" destOrd="0" presId="urn:microsoft.com/office/officeart/2005/8/layout/process1"/>
    <dgm:cxn modelId="{A0A1857C-3331-41FF-85C6-AD9DC0CF15FF}" type="presParOf" srcId="{442F51BF-3AF3-264B-B1C9-158A2EE57001}" destId="{8D30FCA1-83CA-224B-B9F5-E6805105D1A9}" srcOrd="6" destOrd="0" presId="urn:microsoft.com/office/officeart/2005/8/layout/process1"/>
    <dgm:cxn modelId="{A71EA96B-E960-4F59-B840-EE3DB00D2B2E}" type="presParOf" srcId="{442F51BF-3AF3-264B-B1C9-158A2EE57001}" destId="{95E772A9-C187-4F81-A11F-09B9EEA40ACA}" srcOrd="7" destOrd="0" presId="urn:microsoft.com/office/officeart/2005/8/layout/process1"/>
    <dgm:cxn modelId="{9E287B56-6D18-4CC0-AA82-9AD7369D77F6}" type="presParOf" srcId="{95E772A9-C187-4F81-A11F-09B9EEA40ACA}" destId="{AA7CC8B3-4DFE-4A0D-B3F0-720F31D209C5}" srcOrd="0" destOrd="0" presId="urn:microsoft.com/office/officeart/2005/8/layout/process1"/>
    <dgm:cxn modelId="{9450FEA4-8D26-41DC-8538-548A217058DF}" type="presParOf" srcId="{442F51BF-3AF3-264B-B1C9-158A2EE57001}" destId="{980A5966-A8CB-4F8F-B30E-A5242D76AB89}" srcOrd="8" destOrd="0" presId="urn:microsoft.com/office/officeart/2005/8/layout/process1"/>
    <dgm:cxn modelId="{8695D2C2-D758-4426-A00F-19745682921D}" type="presParOf" srcId="{442F51BF-3AF3-264B-B1C9-158A2EE57001}" destId="{DCE7D901-1B44-44B4-8052-C3450ACC89BB}" srcOrd="9" destOrd="0" presId="urn:microsoft.com/office/officeart/2005/8/layout/process1"/>
    <dgm:cxn modelId="{366C35EB-6CA6-431E-9699-56B4E9E822B0}" type="presParOf" srcId="{DCE7D901-1B44-44B4-8052-C3450ACC89BB}" destId="{CD2AB384-40F3-4F85-94D2-FF7FF7A1C6F6}" srcOrd="0" destOrd="0" presId="urn:microsoft.com/office/officeart/2005/8/layout/process1"/>
    <dgm:cxn modelId="{F26E1A1D-80E6-4822-9763-A05C39A679AC}" type="presParOf" srcId="{442F51BF-3AF3-264B-B1C9-158A2EE57001}" destId="{E82E4B03-F843-4A4A-9FA2-82478A054A73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33934D-5F47-E044-B3E2-AF509A0ED89A}">
      <dsp:nvSpPr>
        <dsp:cNvPr id="0" name=""/>
        <dsp:cNvSpPr/>
      </dsp:nvSpPr>
      <dsp:spPr>
        <a:xfrm>
          <a:off x="0" y="491135"/>
          <a:ext cx="1313009" cy="7878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>
              <a:latin typeface="Trebuchet MS" panose="020B0703020202090204" pitchFamily="34" charset="0"/>
            </a:rPr>
            <a:t>1.27B Impressions</a:t>
          </a:r>
        </a:p>
      </dsp:txBody>
      <dsp:txXfrm>
        <a:off x="23074" y="514209"/>
        <a:ext cx="1266861" cy="741657"/>
      </dsp:txXfrm>
    </dsp:sp>
    <dsp:sp modelId="{028E346F-9656-7743-AF21-744263D03F0F}">
      <dsp:nvSpPr>
        <dsp:cNvPr id="0" name=""/>
        <dsp:cNvSpPr/>
      </dsp:nvSpPr>
      <dsp:spPr>
        <a:xfrm>
          <a:off x="1444310" y="722225"/>
          <a:ext cx="278358" cy="325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444310" y="787350"/>
        <a:ext cx="194851" cy="195376"/>
      </dsp:txXfrm>
    </dsp:sp>
    <dsp:sp modelId="{15538BC1-5359-194D-B4C7-0F576B299FCB}">
      <dsp:nvSpPr>
        <dsp:cNvPr id="0" name=""/>
        <dsp:cNvSpPr/>
      </dsp:nvSpPr>
      <dsp:spPr>
        <a:xfrm>
          <a:off x="1838213" y="491135"/>
          <a:ext cx="1313009" cy="7878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>
              <a:latin typeface="Trebuchet MS" panose="020B0703020202090204" pitchFamily="34" charset="0"/>
            </a:rPr>
            <a:t>987M Reach</a:t>
          </a:r>
        </a:p>
      </dsp:txBody>
      <dsp:txXfrm>
        <a:off x="1861287" y="514209"/>
        <a:ext cx="1266861" cy="741657"/>
      </dsp:txXfrm>
    </dsp:sp>
    <dsp:sp modelId="{AEE8A976-433B-B340-9157-987D28648C82}">
      <dsp:nvSpPr>
        <dsp:cNvPr id="0" name=""/>
        <dsp:cNvSpPr/>
      </dsp:nvSpPr>
      <dsp:spPr>
        <a:xfrm>
          <a:off x="3282524" y="722225"/>
          <a:ext cx="278358" cy="325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282524" y="787350"/>
        <a:ext cx="194851" cy="195376"/>
      </dsp:txXfrm>
    </dsp:sp>
    <dsp:sp modelId="{796C5EBE-0A0A-3240-ADB5-42A4B74BBC77}">
      <dsp:nvSpPr>
        <dsp:cNvPr id="0" name=""/>
        <dsp:cNvSpPr/>
      </dsp:nvSpPr>
      <dsp:spPr>
        <a:xfrm>
          <a:off x="3676427" y="491135"/>
          <a:ext cx="1313009" cy="7878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>
              <a:latin typeface="Trebuchet MS" panose="020B0703020202090204" pitchFamily="34" charset="0"/>
            </a:rPr>
            <a:t>148M Likes</a:t>
          </a:r>
          <a:endParaRPr lang="en-US" sz="1700" b="0" i="0" kern="1200" dirty="0">
            <a:latin typeface="Trebuchet MS" panose="020B0703020202090204" pitchFamily="34" charset="0"/>
          </a:endParaRPr>
        </a:p>
      </dsp:txBody>
      <dsp:txXfrm>
        <a:off x="3699501" y="514209"/>
        <a:ext cx="1266861" cy="741657"/>
      </dsp:txXfrm>
    </dsp:sp>
    <dsp:sp modelId="{E098F97D-5E2C-434C-98D8-8D1C7717993D}">
      <dsp:nvSpPr>
        <dsp:cNvPr id="0" name=""/>
        <dsp:cNvSpPr/>
      </dsp:nvSpPr>
      <dsp:spPr>
        <a:xfrm>
          <a:off x="5120738" y="722225"/>
          <a:ext cx="278358" cy="325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5120738" y="787350"/>
        <a:ext cx="194851" cy="195376"/>
      </dsp:txXfrm>
    </dsp:sp>
    <dsp:sp modelId="{8D30FCA1-83CA-224B-B9F5-E6805105D1A9}">
      <dsp:nvSpPr>
        <dsp:cNvPr id="0" name=""/>
        <dsp:cNvSpPr/>
      </dsp:nvSpPr>
      <dsp:spPr>
        <a:xfrm>
          <a:off x="5514641" y="491135"/>
          <a:ext cx="1313009" cy="7878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>
              <a:latin typeface="Trebuchet MS" panose="020B0703020202090204" pitchFamily="34" charset="0"/>
            </a:rPr>
            <a:t>18M Comments</a:t>
          </a:r>
        </a:p>
      </dsp:txBody>
      <dsp:txXfrm>
        <a:off x="5537715" y="514209"/>
        <a:ext cx="1266861" cy="741657"/>
      </dsp:txXfrm>
    </dsp:sp>
    <dsp:sp modelId="{95E772A9-C187-4F81-A11F-09B9EEA40ACA}">
      <dsp:nvSpPr>
        <dsp:cNvPr id="0" name=""/>
        <dsp:cNvSpPr/>
      </dsp:nvSpPr>
      <dsp:spPr>
        <a:xfrm>
          <a:off x="6958952" y="722225"/>
          <a:ext cx="278358" cy="325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958952" y="787350"/>
        <a:ext cx="194851" cy="195376"/>
      </dsp:txXfrm>
    </dsp:sp>
    <dsp:sp modelId="{980A5966-A8CB-4F8F-B30E-A5242D76AB89}">
      <dsp:nvSpPr>
        <dsp:cNvPr id="0" name=""/>
        <dsp:cNvSpPr/>
      </dsp:nvSpPr>
      <dsp:spPr>
        <a:xfrm>
          <a:off x="7352855" y="491135"/>
          <a:ext cx="1313009" cy="7878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>
              <a:latin typeface="Trebuchet MS" panose="020B0703020202090204" pitchFamily="34" charset="0"/>
            </a:rPr>
            <a:t>8M Shares</a:t>
          </a:r>
        </a:p>
      </dsp:txBody>
      <dsp:txXfrm>
        <a:off x="7375929" y="514209"/>
        <a:ext cx="1266861" cy="741657"/>
      </dsp:txXfrm>
    </dsp:sp>
    <dsp:sp modelId="{DCE7D901-1B44-44B4-8052-C3450ACC89BB}">
      <dsp:nvSpPr>
        <dsp:cNvPr id="0" name=""/>
        <dsp:cNvSpPr/>
      </dsp:nvSpPr>
      <dsp:spPr>
        <a:xfrm>
          <a:off x="8797166" y="722225"/>
          <a:ext cx="278358" cy="325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8797166" y="787350"/>
        <a:ext cx="194851" cy="195376"/>
      </dsp:txXfrm>
    </dsp:sp>
    <dsp:sp modelId="{E82E4B03-F843-4A4A-9FA2-82478A054A73}">
      <dsp:nvSpPr>
        <dsp:cNvPr id="0" name=""/>
        <dsp:cNvSpPr/>
      </dsp:nvSpPr>
      <dsp:spPr>
        <a:xfrm>
          <a:off x="9191069" y="491135"/>
          <a:ext cx="1313009" cy="7878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>
              <a:latin typeface="Trebuchet MS" panose="020B0703020202090204" pitchFamily="34" charset="0"/>
            </a:rPr>
            <a:t>9M Saves</a:t>
          </a:r>
        </a:p>
      </dsp:txBody>
      <dsp:txXfrm>
        <a:off x="9214143" y="514209"/>
        <a:ext cx="1266861" cy="741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A1D659-9682-BE2B-7FE8-67902A1244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9DD43-96CB-5A3C-DDAC-DDED88E718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8D1BA-8333-4060-BE89-08083514E197}" type="datetimeFigureOut">
              <a:rPr lang="en-US" smtClean="0"/>
              <a:t>15-Nov-25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C9BD9-497A-49AE-566B-AE7A53D6FC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ABFDD-E1A7-7283-43F9-290FFE047F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3D930-11DD-4CC7-B456-986AFD28BE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994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1824D-16BB-6842-B177-66C991E75B96}" type="datetimeFigureOut">
              <a:rPr lang="en-US" smtClean="0"/>
              <a:t>15-Nov-25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95E6C-1521-6645-A89B-0D424B85A3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504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667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243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81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53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02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85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85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446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376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496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492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768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ED105B8-FA74-BFE4-E87B-952F8C9E1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180284">
            <a:off x="8925362" y="-797841"/>
            <a:ext cx="2185022" cy="403388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50CAB61-2CE4-1544-7C29-56035B106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67816" y="151458"/>
            <a:ext cx="4696585" cy="688354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F0F132-0A38-0910-9F59-FD05608FD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28728" y="4744937"/>
            <a:ext cx="1576388" cy="1572768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0EB495D4-165D-1D97-941A-DF6328D17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3145265" y="-755509"/>
            <a:ext cx="3647766" cy="10430735"/>
          </a:xfrm>
          <a:custGeom>
            <a:avLst/>
            <a:gdLst>
              <a:gd name="connsiteX0" fmla="*/ 534203 w 3647766"/>
              <a:gd name="connsiteY0" fmla="*/ 534203 h 10430735"/>
              <a:gd name="connsiteX1" fmla="*/ 1823883 w 3647766"/>
              <a:gd name="connsiteY1" fmla="*/ 0 h 10430735"/>
              <a:gd name="connsiteX2" fmla="*/ 3647766 w 3647766"/>
              <a:gd name="connsiteY2" fmla="*/ 1823883 h 10430735"/>
              <a:gd name="connsiteX3" fmla="*/ 3647766 w 3647766"/>
              <a:gd name="connsiteY3" fmla="*/ 6782970 h 10430735"/>
              <a:gd name="connsiteX4" fmla="*/ 0 w 3647766"/>
              <a:gd name="connsiteY4" fmla="*/ 10430735 h 10430735"/>
              <a:gd name="connsiteX5" fmla="*/ 0 w 3647766"/>
              <a:gd name="connsiteY5" fmla="*/ 1823883 h 10430735"/>
              <a:gd name="connsiteX6" fmla="*/ 534203 w 3647766"/>
              <a:gd name="connsiteY6" fmla="*/ 534203 h 10430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7766" h="10430735">
                <a:moveTo>
                  <a:pt x="534203" y="534203"/>
                </a:moveTo>
                <a:cubicBezTo>
                  <a:pt x="864261" y="204145"/>
                  <a:pt x="1320232" y="0"/>
                  <a:pt x="1823883" y="0"/>
                </a:cubicBezTo>
                <a:cubicBezTo>
                  <a:pt x="2831186" y="0"/>
                  <a:pt x="3647766" y="816580"/>
                  <a:pt x="3647766" y="1823883"/>
                </a:cubicBezTo>
                <a:lnTo>
                  <a:pt x="3647766" y="6782970"/>
                </a:lnTo>
                <a:lnTo>
                  <a:pt x="0" y="10430735"/>
                </a:lnTo>
                <a:lnTo>
                  <a:pt x="0" y="1823883"/>
                </a:lnTo>
                <a:cubicBezTo>
                  <a:pt x="0" y="1320232"/>
                  <a:pt x="204145" y="864261"/>
                  <a:pt x="534203" y="53420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EC3CAC6-583F-07D1-4F38-5C4AFAA6D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-226263" y="3580387"/>
            <a:ext cx="1576388" cy="3165770"/>
          </a:xfrm>
          <a:custGeom>
            <a:avLst/>
            <a:gdLst>
              <a:gd name="connsiteX0" fmla="*/ 230857 w 1576388"/>
              <a:gd name="connsiteY0" fmla="*/ 230857 h 3165770"/>
              <a:gd name="connsiteX1" fmla="*/ 788194 w 1576388"/>
              <a:gd name="connsiteY1" fmla="*/ 0 h 3165770"/>
              <a:gd name="connsiteX2" fmla="*/ 1576388 w 1576388"/>
              <a:gd name="connsiteY2" fmla="*/ 788194 h 3165770"/>
              <a:gd name="connsiteX3" fmla="*/ 1576388 w 1576388"/>
              <a:gd name="connsiteY3" fmla="*/ 3165770 h 3165770"/>
              <a:gd name="connsiteX4" fmla="*/ 0 w 1576388"/>
              <a:gd name="connsiteY4" fmla="*/ 1589383 h 3165770"/>
              <a:gd name="connsiteX5" fmla="*/ 0 w 1576388"/>
              <a:gd name="connsiteY5" fmla="*/ 788194 h 3165770"/>
              <a:gd name="connsiteX6" fmla="*/ 230857 w 1576388"/>
              <a:gd name="connsiteY6" fmla="*/ 230857 h 316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6388" h="3165770">
                <a:moveTo>
                  <a:pt x="230857" y="230857"/>
                </a:moveTo>
                <a:cubicBezTo>
                  <a:pt x="373492" y="88222"/>
                  <a:pt x="570540" y="0"/>
                  <a:pt x="788194" y="0"/>
                </a:cubicBezTo>
                <a:cubicBezTo>
                  <a:pt x="1223502" y="0"/>
                  <a:pt x="1576388" y="352886"/>
                  <a:pt x="1576388" y="788194"/>
                </a:cubicBezTo>
                <a:lnTo>
                  <a:pt x="1576388" y="3165770"/>
                </a:lnTo>
                <a:lnTo>
                  <a:pt x="0" y="1589383"/>
                </a:lnTo>
                <a:lnTo>
                  <a:pt x="0" y="788194"/>
                </a:lnTo>
                <a:cubicBezTo>
                  <a:pt x="0" y="570540"/>
                  <a:pt x="88222" y="373492"/>
                  <a:pt x="230857" y="230857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A8EE820E-E5BD-B48E-CD48-33690FF1E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2835" y="315152"/>
            <a:ext cx="906031" cy="903950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0286" y="1221103"/>
            <a:ext cx="5428878" cy="4415795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F678F28-657B-EB5D-2122-E904530003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00366" y="1112107"/>
            <a:ext cx="4617720" cy="461772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9CC860-7AD2-181E-8740-F1A23EEF8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51533" y="4056446"/>
            <a:ext cx="2496416" cy="2490682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281C8DE-1CE0-D1C2-FDF9-18B9C3D69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1026"/>
          <a:stretch/>
        </p:blipFill>
        <p:spPr>
          <a:xfrm>
            <a:off x="8045068" y="3116724"/>
            <a:ext cx="4328419" cy="3741276"/>
          </a:xfrm>
          <a:prstGeom prst="rect">
            <a:avLst/>
          </a:prstGeom>
        </p:spPr>
      </p:pic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F2CFC212-BD96-550A-AC95-A514C6417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2510" y="4485800"/>
            <a:ext cx="1387442" cy="1384255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 15">
            <a:extLst>
              <a:ext uri="{FF2B5EF4-FFF2-40B4-BE49-F238E27FC236}">
                <a16:creationId xmlns:a16="http://schemas.microsoft.com/office/drawing/2014/main" id="{F99AEEAC-FF4A-0E33-26A8-2D963A6BA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2900" y="3712319"/>
            <a:ext cx="3059474" cy="3145681"/>
          </a:xfrm>
          <a:custGeom>
            <a:avLst/>
            <a:gdLst>
              <a:gd name="connsiteX0" fmla="*/ 2216294 w 3059474"/>
              <a:gd name="connsiteY0" fmla="*/ 1963 h 3145681"/>
              <a:gd name="connsiteX1" fmla="*/ 2665245 w 3059474"/>
              <a:gd name="connsiteY1" fmla="*/ 105730 h 3145681"/>
              <a:gd name="connsiteX2" fmla="*/ 2953745 w 3059474"/>
              <a:gd name="connsiteY2" fmla="*/ 1182423 h 3145681"/>
              <a:gd name="connsiteX3" fmla="*/ 1820257 w 3059474"/>
              <a:gd name="connsiteY3" fmla="*/ 3145681 h 3145681"/>
              <a:gd name="connsiteX4" fmla="*/ 0 w 3059474"/>
              <a:gd name="connsiteY4" fmla="*/ 3145681 h 3145681"/>
              <a:gd name="connsiteX5" fmla="*/ 1588552 w 3059474"/>
              <a:gd name="connsiteY5" fmla="*/ 394229 h 3145681"/>
              <a:gd name="connsiteX6" fmla="*/ 2216294 w 3059474"/>
              <a:gd name="connsiteY6" fmla="*/ 1963 h 314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474" h="3145681">
                <a:moveTo>
                  <a:pt x="2216294" y="1963"/>
                </a:moveTo>
                <a:cubicBezTo>
                  <a:pt x="2367730" y="-8739"/>
                  <a:pt x="2523875" y="24110"/>
                  <a:pt x="2665245" y="105730"/>
                </a:cubicBezTo>
                <a:cubicBezTo>
                  <a:pt x="3042233" y="323384"/>
                  <a:pt x="3171399" y="805435"/>
                  <a:pt x="2953745" y="1182423"/>
                </a:cubicBezTo>
                <a:lnTo>
                  <a:pt x="1820257" y="3145681"/>
                </a:lnTo>
                <a:lnTo>
                  <a:pt x="0" y="3145681"/>
                </a:lnTo>
                <a:lnTo>
                  <a:pt x="1588552" y="394229"/>
                </a:lnTo>
                <a:cubicBezTo>
                  <a:pt x="1724586" y="158612"/>
                  <a:pt x="1963900" y="19800"/>
                  <a:pt x="2216294" y="196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3512" y="34509"/>
            <a:ext cx="4042719" cy="277134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3600" b="1" cap="all" baseline="0"/>
            </a:lvl1pPr>
          </a:lstStyle>
          <a:p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397632CB-D12B-61D5-AE6C-29B888CF51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21742" y="0"/>
            <a:ext cx="5455978" cy="4833388"/>
          </a:xfrm>
          <a:custGeom>
            <a:avLst/>
            <a:gdLst>
              <a:gd name="connsiteX0" fmla="*/ 5053562 w 5455978"/>
              <a:gd name="connsiteY0" fmla="*/ 697005 h 4833388"/>
              <a:gd name="connsiteX1" fmla="*/ 4555554 w 5455978"/>
              <a:gd name="connsiteY1" fmla="*/ 1559581 h 4833388"/>
              <a:gd name="connsiteX2" fmla="*/ 4520518 w 5455978"/>
              <a:gd name="connsiteY2" fmla="*/ 1446747 h 4833388"/>
              <a:gd name="connsiteX3" fmla="*/ 4507691 w 5455978"/>
              <a:gd name="connsiteY3" fmla="*/ 1319547 h 4833388"/>
              <a:gd name="connsiteX4" fmla="*/ 5011792 w 5455978"/>
              <a:gd name="connsiteY4" fmla="*/ 701215 h 4833388"/>
              <a:gd name="connsiteX5" fmla="*/ 1553707 w 5455978"/>
              <a:gd name="connsiteY5" fmla="*/ 0 h 4833388"/>
              <a:gd name="connsiteX6" fmla="*/ 5455978 w 5455978"/>
              <a:gd name="connsiteY6" fmla="*/ 0 h 4833388"/>
              <a:gd name="connsiteX7" fmla="*/ 5100963 w 5455978"/>
              <a:gd name="connsiteY7" fmla="*/ 614906 h 4833388"/>
              <a:gd name="connsiteX8" fmla="*/ 4996209 w 5455978"/>
              <a:gd name="connsiteY8" fmla="*/ 625463 h 4833388"/>
              <a:gd name="connsiteX9" fmla="*/ 4430368 w 5455978"/>
              <a:gd name="connsiteY9" fmla="*/ 1319547 h 4833388"/>
              <a:gd name="connsiteX10" fmla="*/ 4486058 w 5455978"/>
              <a:gd name="connsiteY10" fmla="*/ 1595319 h 4833388"/>
              <a:gd name="connsiteX11" fmla="*/ 4509739 w 5455978"/>
              <a:gd name="connsiteY11" fmla="*/ 1638936 h 4833388"/>
              <a:gd name="connsiteX12" fmla="*/ 3153367 w 5455978"/>
              <a:gd name="connsiteY12" fmla="*/ 3988240 h 4833388"/>
              <a:gd name="connsiteX13" fmla="*/ 845150 w 5455978"/>
              <a:gd name="connsiteY13" fmla="*/ 4606725 h 4833388"/>
              <a:gd name="connsiteX14" fmla="*/ 226664 w 5455978"/>
              <a:gd name="connsiteY14" fmla="*/ 2298507 h 4833388"/>
              <a:gd name="connsiteX15" fmla="*/ 329235 w 5455978"/>
              <a:gd name="connsiteY15" fmla="*/ 2120849 h 4833388"/>
              <a:gd name="connsiteX16" fmla="*/ 371252 w 5455978"/>
              <a:gd name="connsiteY16" fmla="*/ 2229458 h 4833388"/>
              <a:gd name="connsiteX17" fmla="*/ 559552 w 5455978"/>
              <a:gd name="connsiteY17" fmla="*/ 2626762 h 4833388"/>
              <a:gd name="connsiteX18" fmla="*/ 957839 w 5455978"/>
              <a:gd name="connsiteY18" fmla="*/ 2993841 h 4833388"/>
              <a:gd name="connsiteX19" fmla="*/ 995878 w 5455978"/>
              <a:gd name="connsiteY19" fmla="*/ 3008734 h 4833388"/>
              <a:gd name="connsiteX20" fmla="*/ 1019279 w 5455978"/>
              <a:gd name="connsiteY20" fmla="*/ 2937771 h 4833388"/>
              <a:gd name="connsiteX21" fmla="*/ 626913 w 5455978"/>
              <a:gd name="connsiteY21" fmla="*/ 1958089 h 4833388"/>
              <a:gd name="connsiteX22" fmla="*/ 521718 w 5455978"/>
              <a:gd name="connsiteY22" fmla="*/ 1853095 h 4833388"/>
              <a:gd name="connsiteX23" fmla="*/ 497773 w 5455978"/>
              <a:gd name="connsiteY23" fmla="*/ 1828933 h 4833388"/>
              <a:gd name="connsiteX24" fmla="*/ 723060 w 5455978"/>
              <a:gd name="connsiteY24" fmla="*/ 1438724 h 4833388"/>
              <a:gd name="connsiteX25" fmla="*/ 730945 w 5455978"/>
              <a:gd name="connsiteY25" fmla="*/ 1446043 h 4833388"/>
              <a:gd name="connsiteX26" fmla="*/ 813264 w 5455978"/>
              <a:gd name="connsiteY26" fmla="*/ 1496390 h 4833388"/>
              <a:gd name="connsiteX27" fmla="*/ 1064353 w 5455978"/>
              <a:gd name="connsiteY27" fmla="*/ 1518729 h 4833388"/>
              <a:gd name="connsiteX28" fmla="*/ 1103267 w 5455978"/>
              <a:gd name="connsiteY28" fmla="*/ 1237288 h 4833388"/>
              <a:gd name="connsiteX29" fmla="*/ 985448 w 5455978"/>
              <a:gd name="connsiteY29" fmla="*/ 1135252 h 4833388"/>
              <a:gd name="connsiteX30" fmla="*/ 915960 w 5455978"/>
              <a:gd name="connsiteY30" fmla="*/ 1104611 h 4833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455978" h="4833388">
                <a:moveTo>
                  <a:pt x="5053562" y="697005"/>
                </a:moveTo>
                <a:lnTo>
                  <a:pt x="4555554" y="1559581"/>
                </a:lnTo>
                <a:lnTo>
                  <a:pt x="4520518" y="1446747"/>
                </a:lnTo>
                <a:cubicBezTo>
                  <a:pt x="4512108" y="1405660"/>
                  <a:pt x="4507691" y="1363119"/>
                  <a:pt x="4507691" y="1319547"/>
                </a:cubicBezTo>
                <a:cubicBezTo>
                  <a:pt x="4507691" y="1014542"/>
                  <a:pt x="4724102" y="760068"/>
                  <a:pt x="5011792" y="701215"/>
                </a:cubicBezTo>
                <a:close/>
                <a:moveTo>
                  <a:pt x="1553707" y="0"/>
                </a:moveTo>
                <a:lnTo>
                  <a:pt x="5455978" y="0"/>
                </a:lnTo>
                <a:lnTo>
                  <a:pt x="5100963" y="614906"/>
                </a:lnTo>
                <a:lnTo>
                  <a:pt x="4996209" y="625463"/>
                </a:lnTo>
                <a:cubicBezTo>
                  <a:pt x="4673284" y="691526"/>
                  <a:pt x="4430368" y="977175"/>
                  <a:pt x="4430368" y="1319547"/>
                </a:cubicBezTo>
                <a:cubicBezTo>
                  <a:pt x="4430368" y="1417368"/>
                  <a:pt x="4450198" y="1510558"/>
                  <a:pt x="4486058" y="1595319"/>
                </a:cubicBezTo>
                <a:lnTo>
                  <a:pt x="4509739" y="1638936"/>
                </a:lnTo>
                <a:lnTo>
                  <a:pt x="3153367" y="3988240"/>
                </a:lnTo>
                <a:cubicBezTo>
                  <a:pt x="2686760" y="4796427"/>
                  <a:pt x="1653336" y="5073332"/>
                  <a:pt x="845150" y="4606725"/>
                </a:cubicBezTo>
                <a:cubicBezTo>
                  <a:pt x="36963" y="4140118"/>
                  <a:pt x="-239943" y="3106694"/>
                  <a:pt x="226664" y="2298507"/>
                </a:cubicBezTo>
                <a:lnTo>
                  <a:pt x="329235" y="2120849"/>
                </a:lnTo>
                <a:lnTo>
                  <a:pt x="371252" y="2229458"/>
                </a:lnTo>
                <a:cubicBezTo>
                  <a:pt x="422650" y="2367223"/>
                  <a:pt x="474920" y="2506739"/>
                  <a:pt x="559552" y="2626762"/>
                </a:cubicBezTo>
                <a:cubicBezTo>
                  <a:pt x="664100" y="2775040"/>
                  <a:pt x="812390" y="2885864"/>
                  <a:pt x="957839" y="2993841"/>
                </a:cubicBezTo>
                <a:cubicBezTo>
                  <a:pt x="968982" y="3002164"/>
                  <a:pt x="982113" y="3010924"/>
                  <a:pt x="995878" y="3008734"/>
                </a:cubicBezTo>
                <a:cubicBezTo>
                  <a:pt x="1023452" y="3004135"/>
                  <a:pt x="1024981" y="2965150"/>
                  <a:pt x="1019279" y="2937771"/>
                </a:cubicBezTo>
                <a:cubicBezTo>
                  <a:pt x="947330" y="2588870"/>
                  <a:pt x="866401" y="2221571"/>
                  <a:pt x="626913" y="1958089"/>
                </a:cubicBezTo>
                <a:cubicBezTo>
                  <a:pt x="593561" y="1921403"/>
                  <a:pt x="557585" y="1887290"/>
                  <a:pt x="521718" y="1853095"/>
                </a:cubicBezTo>
                <a:lnTo>
                  <a:pt x="497773" y="1828933"/>
                </a:lnTo>
                <a:lnTo>
                  <a:pt x="723060" y="1438724"/>
                </a:lnTo>
                <a:lnTo>
                  <a:pt x="730945" y="1446043"/>
                </a:lnTo>
                <a:cubicBezTo>
                  <a:pt x="756833" y="1465071"/>
                  <a:pt x="784718" y="1481607"/>
                  <a:pt x="813264" y="1496390"/>
                </a:cubicBezTo>
                <a:cubicBezTo>
                  <a:pt x="891352" y="1536689"/>
                  <a:pt x="988887" y="1563849"/>
                  <a:pt x="1064353" y="1518729"/>
                </a:cubicBezTo>
                <a:cubicBezTo>
                  <a:pt x="1155333" y="1464192"/>
                  <a:pt x="1162980" y="1324896"/>
                  <a:pt x="1103267" y="1237288"/>
                </a:cubicBezTo>
                <a:cubicBezTo>
                  <a:pt x="1073421" y="1193484"/>
                  <a:pt x="1032143" y="1160466"/>
                  <a:pt x="985448" y="1135252"/>
                </a:cubicBezTo>
                <a:lnTo>
                  <a:pt x="915960" y="1104611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73E1CDE-B1E9-C63B-80D3-45CB15FC267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43512" y="2907616"/>
            <a:ext cx="4042719" cy="321668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2400"/>
            </a:lvl1pPr>
            <a:lvl2pPr marL="0" indent="0" algn="ctr">
              <a:buNone/>
              <a:defRPr sz="2000"/>
            </a:lvl2pPr>
            <a:lvl3pPr marL="0" indent="0" algn="ctr">
              <a:buNone/>
              <a:defRPr sz="1800"/>
            </a:lvl3pPr>
            <a:lvl4pPr marL="0" indent="0" algn="ctr">
              <a:buNone/>
              <a:defRPr sz="1600"/>
            </a:lvl4pPr>
            <a:lvl5pPr marL="0" indent="0" algn="ctr"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BB9B4C44-DD5A-5344-2D5C-F08BAC8BD011}"/>
              </a:ext>
            </a:extLst>
          </p:cNvPr>
          <p:cNvSpPr/>
          <p:nvPr userDrawn="1"/>
        </p:nvSpPr>
        <p:spPr>
          <a:xfrm>
            <a:off x="5452110" y="613411"/>
            <a:ext cx="1417320" cy="1416956"/>
          </a:xfrm>
          <a:prstGeom prst="donut">
            <a:avLst>
              <a:gd name="adj" fmla="val 545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486F694-E877-CFAD-29E0-B4E6CBEFF61F}"/>
              </a:ext>
            </a:extLst>
          </p:cNvPr>
          <p:cNvSpPr/>
          <p:nvPr userDrawn="1"/>
        </p:nvSpPr>
        <p:spPr>
          <a:xfrm rot="10800000" flipH="1">
            <a:off x="0" y="0"/>
            <a:ext cx="2163417" cy="3009075"/>
          </a:xfrm>
          <a:custGeom>
            <a:avLst/>
            <a:gdLst>
              <a:gd name="connsiteX0" fmla="*/ 1493017 w 2163417"/>
              <a:gd name="connsiteY0" fmla="*/ 3009075 h 3009075"/>
              <a:gd name="connsiteX1" fmla="*/ 1872777 w 2163417"/>
              <a:gd name="connsiteY1" fmla="*/ 3009075 h 3009075"/>
              <a:gd name="connsiteX2" fmla="*/ 1913900 w 2163417"/>
              <a:gd name="connsiteY2" fmla="*/ 2952775 h 3009075"/>
              <a:gd name="connsiteX3" fmla="*/ 2084325 w 2163417"/>
              <a:gd name="connsiteY3" fmla="*/ 2522160 h 3009075"/>
              <a:gd name="connsiteX4" fmla="*/ 1761963 w 2163417"/>
              <a:gd name="connsiteY4" fmla="*/ 2620279 h 3009075"/>
              <a:gd name="connsiteX5" fmla="*/ 1555926 w 2163417"/>
              <a:gd name="connsiteY5" fmla="*/ 2902372 h 3009075"/>
              <a:gd name="connsiteX6" fmla="*/ 834010 w 2163417"/>
              <a:gd name="connsiteY6" fmla="*/ 3009075 h 3009075"/>
              <a:gd name="connsiteX7" fmla="*/ 948009 w 2163417"/>
              <a:gd name="connsiteY7" fmla="*/ 3009075 h 3009075"/>
              <a:gd name="connsiteX8" fmla="*/ 989692 w 2163417"/>
              <a:gd name="connsiteY8" fmla="*/ 2797901 h 3009075"/>
              <a:gd name="connsiteX9" fmla="*/ 986849 w 2163417"/>
              <a:gd name="connsiteY9" fmla="*/ 2611518 h 3009075"/>
              <a:gd name="connsiteX10" fmla="*/ 1262642 w 2163417"/>
              <a:gd name="connsiteY10" fmla="*/ 2219239 h 3009075"/>
              <a:gd name="connsiteX11" fmla="*/ 1549153 w 2163417"/>
              <a:gd name="connsiteY11" fmla="*/ 2007013 h 3009075"/>
              <a:gd name="connsiteX12" fmla="*/ 1856876 w 2163417"/>
              <a:gd name="connsiteY12" fmla="*/ 1929045 h 3009075"/>
              <a:gd name="connsiteX13" fmla="*/ 2125008 w 2163417"/>
              <a:gd name="connsiteY13" fmla="*/ 1771787 h 3009075"/>
              <a:gd name="connsiteX14" fmla="*/ 2086094 w 2163417"/>
              <a:gd name="connsiteY14" fmla="*/ 1490346 h 3009075"/>
              <a:gd name="connsiteX15" fmla="*/ 1835005 w 2163417"/>
              <a:gd name="connsiteY15" fmla="*/ 1512685 h 3009075"/>
              <a:gd name="connsiteX16" fmla="*/ 1682345 w 2163417"/>
              <a:gd name="connsiteY16" fmla="*/ 1628328 h 3009075"/>
              <a:gd name="connsiteX17" fmla="*/ 1575831 w 2163417"/>
              <a:gd name="connsiteY17" fmla="*/ 1813181 h 3009075"/>
              <a:gd name="connsiteX18" fmla="*/ 1151755 w 2163417"/>
              <a:gd name="connsiteY18" fmla="*/ 2268518 h 3009075"/>
              <a:gd name="connsiteX19" fmla="*/ 1084611 w 2163417"/>
              <a:gd name="connsiteY19" fmla="*/ 2294800 h 3009075"/>
              <a:gd name="connsiteX20" fmla="*/ 1438920 w 2163417"/>
              <a:gd name="connsiteY20" fmla="*/ 1261465 h 3009075"/>
              <a:gd name="connsiteX21" fmla="*/ 1648654 w 2163417"/>
              <a:gd name="connsiteY21" fmla="*/ 1050986 h 3009075"/>
              <a:gd name="connsiteX22" fmla="*/ 2041020 w 2163417"/>
              <a:gd name="connsiteY22" fmla="*/ 71304 h 3009075"/>
              <a:gd name="connsiteX23" fmla="*/ 2017619 w 2163417"/>
              <a:gd name="connsiteY23" fmla="*/ 341 h 3009075"/>
              <a:gd name="connsiteX24" fmla="*/ 1979580 w 2163417"/>
              <a:gd name="connsiteY24" fmla="*/ 15234 h 3009075"/>
              <a:gd name="connsiteX25" fmla="*/ 1581293 w 2163417"/>
              <a:gd name="connsiteY25" fmla="*/ 382313 h 3009075"/>
              <a:gd name="connsiteX26" fmla="*/ 1392993 w 2163417"/>
              <a:gd name="connsiteY26" fmla="*/ 779617 h 3009075"/>
              <a:gd name="connsiteX27" fmla="*/ 1164880 w 2163417"/>
              <a:gd name="connsiteY27" fmla="*/ 1442374 h 3009075"/>
              <a:gd name="connsiteX28" fmla="*/ 1048527 w 2163417"/>
              <a:gd name="connsiteY28" fmla="*/ 2002632 h 3009075"/>
              <a:gd name="connsiteX29" fmla="*/ 913146 w 2163417"/>
              <a:gd name="connsiteY29" fmla="*/ 2268080 h 3009075"/>
              <a:gd name="connsiteX30" fmla="*/ 856937 w 2163417"/>
              <a:gd name="connsiteY30" fmla="*/ 2219896 h 3009075"/>
              <a:gd name="connsiteX31" fmla="*/ 370747 w 2163417"/>
              <a:gd name="connsiteY31" fmla="*/ 856053 h 3009075"/>
              <a:gd name="connsiteX32" fmla="*/ 110511 w 2163417"/>
              <a:gd name="connsiteY32" fmla="*/ 404268 h 3009075"/>
              <a:gd name="connsiteX33" fmla="*/ 0 w 2163417"/>
              <a:gd name="connsiteY33" fmla="*/ 276682 h 3009075"/>
              <a:gd name="connsiteX34" fmla="*/ 0 w 2163417"/>
              <a:gd name="connsiteY34" fmla="*/ 1089858 h 3009075"/>
              <a:gd name="connsiteX35" fmla="*/ 70976 w 2163417"/>
              <a:gd name="connsiteY35" fmla="*/ 1225338 h 3009075"/>
              <a:gd name="connsiteX36" fmla="*/ 295948 w 2163417"/>
              <a:gd name="connsiteY36" fmla="*/ 1566999 h 3009075"/>
              <a:gd name="connsiteX37" fmla="*/ 514658 w 2163417"/>
              <a:gd name="connsiteY37" fmla="*/ 1845813 h 3009075"/>
              <a:gd name="connsiteX38" fmla="*/ 825662 w 2163417"/>
              <a:gd name="connsiteY38" fmla="*/ 2764392 h 3009075"/>
              <a:gd name="connsiteX39" fmla="*/ 837091 w 2163417"/>
              <a:gd name="connsiteY39" fmla="*/ 2992607 h 3009075"/>
              <a:gd name="connsiteX40" fmla="*/ 496733 w 2163417"/>
              <a:gd name="connsiteY40" fmla="*/ 3009075 h 3009075"/>
              <a:gd name="connsiteX41" fmla="*/ 596226 w 2163417"/>
              <a:gd name="connsiteY41" fmla="*/ 3009075 h 3009075"/>
              <a:gd name="connsiteX42" fmla="*/ 569498 w 2163417"/>
              <a:gd name="connsiteY42" fmla="*/ 2969555 h 3009075"/>
              <a:gd name="connsiteX43" fmla="*/ 434172 w 2163417"/>
              <a:gd name="connsiteY43" fmla="*/ 2684451 h 3009075"/>
              <a:gd name="connsiteX44" fmla="*/ 11408 w 2163417"/>
              <a:gd name="connsiteY44" fmla="*/ 2260195 h 3009075"/>
              <a:gd name="connsiteX45" fmla="*/ 0 w 2163417"/>
              <a:gd name="connsiteY45" fmla="*/ 2259556 h 3009075"/>
              <a:gd name="connsiteX46" fmla="*/ 0 w 2163417"/>
              <a:gd name="connsiteY46" fmla="*/ 2700555 h 3009075"/>
              <a:gd name="connsiteX47" fmla="*/ 95610 w 2163417"/>
              <a:gd name="connsiteY47" fmla="*/ 2774247 h 3009075"/>
              <a:gd name="connsiteX48" fmla="*/ 409240 w 2163417"/>
              <a:gd name="connsiteY48" fmla="*/ 2928873 h 3009075"/>
              <a:gd name="connsiteX49" fmla="*/ 477743 w 2163417"/>
              <a:gd name="connsiteY49" fmla="*/ 2986594 h 300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163417" h="3009075">
                <a:moveTo>
                  <a:pt x="1493017" y="3009075"/>
                </a:moveTo>
                <a:lnTo>
                  <a:pt x="1872777" y="3009075"/>
                </a:lnTo>
                <a:lnTo>
                  <a:pt x="1913900" y="2952775"/>
                </a:lnTo>
                <a:cubicBezTo>
                  <a:pt x="1999195" y="2822759"/>
                  <a:pt x="2058412" y="2675581"/>
                  <a:pt x="2084325" y="2522160"/>
                </a:cubicBezTo>
                <a:cubicBezTo>
                  <a:pt x="1970819" y="2493907"/>
                  <a:pt x="1849447" y="2542748"/>
                  <a:pt x="1761963" y="2620279"/>
                </a:cubicBezTo>
                <a:cubicBezTo>
                  <a:pt x="1674480" y="2697811"/>
                  <a:pt x="1614329" y="2801186"/>
                  <a:pt x="1555926" y="2902372"/>
                </a:cubicBezTo>
                <a:close/>
                <a:moveTo>
                  <a:pt x="834010" y="3009075"/>
                </a:moveTo>
                <a:lnTo>
                  <a:pt x="948009" y="3009075"/>
                </a:lnTo>
                <a:lnTo>
                  <a:pt x="989692" y="2797901"/>
                </a:lnTo>
                <a:cubicBezTo>
                  <a:pt x="1003033" y="2732853"/>
                  <a:pt x="973508" y="2676566"/>
                  <a:pt x="986849" y="2611518"/>
                </a:cubicBezTo>
                <a:cubicBezTo>
                  <a:pt x="1019219" y="2452294"/>
                  <a:pt x="1144102" y="2330521"/>
                  <a:pt x="1262642" y="2219239"/>
                </a:cubicBezTo>
                <a:cubicBezTo>
                  <a:pt x="1349907" y="2137546"/>
                  <a:pt x="1439359" y="2054101"/>
                  <a:pt x="1549153" y="2007013"/>
                </a:cubicBezTo>
                <a:cubicBezTo>
                  <a:pt x="1646469" y="1964964"/>
                  <a:pt x="1753857" y="1954234"/>
                  <a:pt x="1856876" y="1929045"/>
                </a:cubicBezTo>
                <a:cubicBezTo>
                  <a:pt x="1959894" y="1903856"/>
                  <a:pt x="2065316" y="1859396"/>
                  <a:pt x="2125008" y="1771787"/>
                </a:cubicBezTo>
                <a:cubicBezTo>
                  <a:pt x="2184721" y="1684179"/>
                  <a:pt x="2177074" y="1544883"/>
                  <a:pt x="2086094" y="1490346"/>
                </a:cubicBezTo>
                <a:cubicBezTo>
                  <a:pt x="2010628" y="1445226"/>
                  <a:pt x="1913093" y="1472386"/>
                  <a:pt x="1835005" y="1512685"/>
                </a:cubicBezTo>
                <a:cubicBezTo>
                  <a:pt x="1777913" y="1542252"/>
                  <a:pt x="1723465" y="1578828"/>
                  <a:pt x="1682345" y="1628328"/>
                </a:cubicBezTo>
                <a:cubicBezTo>
                  <a:pt x="1636855" y="1683084"/>
                  <a:pt x="1610178" y="1750760"/>
                  <a:pt x="1575831" y="1813181"/>
                </a:cubicBezTo>
                <a:cubicBezTo>
                  <a:pt x="1475445" y="1996281"/>
                  <a:pt x="1311850" y="2134480"/>
                  <a:pt x="1151755" y="2268518"/>
                </a:cubicBezTo>
                <a:cubicBezTo>
                  <a:pt x="1132509" y="2284506"/>
                  <a:pt x="1108669" y="2301808"/>
                  <a:pt x="1084611" y="2294800"/>
                </a:cubicBezTo>
                <a:cubicBezTo>
                  <a:pt x="1133601" y="1928167"/>
                  <a:pt x="1193092" y="1537651"/>
                  <a:pt x="1438920" y="1261465"/>
                </a:cubicBezTo>
                <a:cubicBezTo>
                  <a:pt x="1504751" y="1187438"/>
                  <a:pt x="1581949" y="1124359"/>
                  <a:pt x="1648654" y="1050986"/>
                </a:cubicBezTo>
                <a:cubicBezTo>
                  <a:pt x="1888142" y="787504"/>
                  <a:pt x="1969071" y="420205"/>
                  <a:pt x="2041020" y="71304"/>
                </a:cubicBezTo>
                <a:cubicBezTo>
                  <a:pt x="2046722" y="43925"/>
                  <a:pt x="2045193" y="4940"/>
                  <a:pt x="2017619" y="341"/>
                </a:cubicBezTo>
                <a:cubicBezTo>
                  <a:pt x="2003854" y="-1849"/>
                  <a:pt x="1990723" y="6911"/>
                  <a:pt x="1979580" y="15234"/>
                </a:cubicBezTo>
                <a:cubicBezTo>
                  <a:pt x="1834131" y="123211"/>
                  <a:pt x="1685841" y="234035"/>
                  <a:pt x="1581293" y="382313"/>
                </a:cubicBezTo>
                <a:cubicBezTo>
                  <a:pt x="1496661" y="502336"/>
                  <a:pt x="1444391" y="641852"/>
                  <a:pt x="1392993" y="779617"/>
                </a:cubicBezTo>
                <a:cubicBezTo>
                  <a:pt x="1311634" y="997761"/>
                  <a:pt x="1212341" y="1214372"/>
                  <a:pt x="1164880" y="1442374"/>
                </a:cubicBezTo>
                <a:cubicBezTo>
                  <a:pt x="1126170" y="1629199"/>
                  <a:pt x="1087239" y="1815805"/>
                  <a:pt x="1048527" y="2002632"/>
                </a:cubicBezTo>
                <a:cubicBezTo>
                  <a:pt x="1027749" y="2102723"/>
                  <a:pt x="999756" y="2213764"/>
                  <a:pt x="913146" y="2268080"/>
                </a:cubicBezTo>
                <a:cubicBezTo>
                  <a:pt x="888430" y="2263042"/>
                  <a:pt x="871154" y="2240922"/>
                  <a:pt x="856937" y="2219896"/>
                </a:cubicBezTo>
                <a:cubicBezTo>
                  <a:pt x="584863" y="1819090"/>
                  <a:pt x="556650" y="1303514"/>
                  <a:pt x="370747" y="856053"/>
                </a:cubicBezTo>
                <a:cubicBezTo>
                  <a:pt x="303931" y="695074"/>
                  <a:pt x="216010" y="542963"/>
                  <a:pt x="110511" y="404268"/>
                </a:cubicBezTo>
                <a:lnTo>
                  <a:pt x="0" y="276682"/>
                </a:lnTo>
                <a:lnTo>
                  <a:pt x="0" y="1089858"/>
                </a:lnTo>
                <a:lnTo>
                  <a:pt x="70976" y="1225338"/>
                </a:lnTo>
                <a:cubicBezTo>
                  <a:pt x="137808" y="1344185"/>
                  <a:pt x="212019" y="1458638"/>
                  <a:pt x="295948" y="1566999"/>
                </a:cubicBezTo>
                <a:cubicBezTo>
                  <a:pt x="368560" y="1660302"/>
                  <a:pt x="447732" y="1748567"/>
                  <a:pt x="514658" y="1845813"/>
                </a:cubicBezTo>
                <a:cubicBezTo>
                  <a:pt x="699466" y="2114550"/>
                  <a:pt x="781920" y="2440883"/>
                  <a:pt x="825662" y="2764392"/>
                </a:cubicBezTo>
                <a:cubicBezTo>
                  <a:pt x="835833" y="2838967"/>
                  <a:pt x="843160" y="2917430"/>
                  <a:pt x="837091" y="2992607"/>
                </a:cubicBezTo>
                <a:close/>
                <a:moveTo>
                  <a:pt x="496733" y="3009075"/>
                </a:moveTo>
                <a:lnTo>
                  <a:pt x="596226" y="3009075"/>
                </a:lnTo>
                <a:lnTo>
                  <a:pt x="569498" y="2969555"/>
                </a:lnTo>
                <a:cubicBezTo>
                  <a:pt x="518265" y="2878718"/>
                  <a:pt x="477585" y="2778957"/>
                  <a:pt x="434172" y="2684451"/>
                </a:cubicBezTo>
                <a:cubicBezTo>
                  <a:pt x="347346" y="2495440"/>
                  <a:pt x="215681" y="2297209"/>
                  <a:pt x="11408" y="2260195"/>
                </a:cubicBezTo>
                <a:lnTo>
                  <a:pt x="0" y="2259556"/>
                </a:lnTo>
                <a:lnTo>
                  <a:pt x="0" y="2700555"/>
                </a:lnTo>
                <a:lnTo>
                  <a:pt x="95610" y="2774247"/>
                </a:lnTo>
                <a:cubicBezTo>
                  <a:pt x="194905" y="2835572"/>
                  <a:pt x="313227" y="2862511"/>
                  <a:pt x="409240" y="2928873"/>
                </a:cubicBezTo>
                <a:cubicBezTo>
                  <a:pt x="433954" y="2945956"/>
                  <a:pt x="456727" y="2965366"/>
                  <a:pt x="477743" y="298659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8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5A99838A-BAEC-33DF-F234-3BE9E19D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8292"/>
          <a:stretch/>
        </p:blipFill>
        <p:spPr>
          <a:xfrm rot="16200000">
            <a:off x="8460658" y="2977669"/>
            <a:ext cx="2975009" cy="448767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7F68367-2C07-B98F-1312-DE9F52974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939" t="-1" b="50014"/>
          <a:stretch/>
        </p:blipFill>
        <p:spPr>
          <a:xfrm rot="10800000" flipH="1">
            <a:off x="-1118397" y="0"/>
            <a:ext cx="4787698" cy="3440798"/>
          </a:xfrm>
          <a:prstGeom prst="rect">
            <a:avLst/>
          </a:prstGeom>
        </p:spPr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EA4CF3B8-63C6-A7E6-1A16-A517CF15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8100000">
            <a:off x="8942561" y="-1269021"/>
            <a:ext cx="2169988" cy="3494471"/>
          </a:xfrm>
          <a:custGeom>
            <a:avLst/>
            <a:gdLst>
              <a:gd name="connsiteX0" fmla="*/ 2169988 w 2169988"/>
              <a:gd name="connsiteY0" fmla="*/ 3494471 h 3494471"/>
              <a:gd name="connsiteX1" fmla="*/ 0 w 2169988"/>
              <a:gd name="connsiteY1" fmla="*/ 1324484 h 3494471"/>
              <a:gd name="connsiteX2" fmla="*/ 0 w 2169988"/>
              <a:gd name="connsiteY2" fmla="*/ 1084994 h 3494471"/>
              <a:gd name="connsiteX3" fmla="*/ 1084994 w 2169988"/>
              <a:gd name="connsiteY3" fmla="*/ 0 h 3494471"/>
              <a:gd name="connsiteX4" fmla="*/ 2169988 w 2169988"/>
              <a:gd name="connsiteY4" fmla="*/ 1084994 h 34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9988" h="3494471">
                <a:moveTo>
                  <a:pt x="2169988" y="3494471"/>
                </a:moveTo>
                <a:lnTo>
                  <a:pt x="0" y="1324484"/>
                </a:lnTo>
                <a:lnTo>
                  <a:pt x="0" y="1084994"/>
                </a:lnTo>
                <a:cubicBezTo>
                  <a:pt x="0" y="485768"/>
                  <a:pt x="485768" y="0"/>
                  <a:pt x="1084994" y="0"/>
                </a:cubicBezTo>
                <a:cubicBezTo>
                  <a:pt x="1684220" y="0"/>
                  <a:pt x="2169988" y="485768"/>
                  <a:pt x="2169988" y="108499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E30E2D33-308E-4256-37BE-DE3B6C518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4795" y="4285476"/>
            <a:ext cx="5195233" cy="2572525"/>
          </a:xfrm>
          <a:custGeom>
            <a:avLst/>
            <a:gdLst>
              <a:gd name="connsiteX0" fmla="*/ 1854535 w 5195233"/>
              <a:gd name="connsiteY0" fmla="*/ 0 h 2572525"/>
              <a:gd name="connsiteX1" fmla="*/ 3165888 w 5195233"/>
              <a:gd name="connsiteY1" fmla="*/ 543180 h 2572525"/>
              <a:gd name="connsiteX2" fmla="*/ 5195233 w 5195233"/>
              <a:gd name="connsiteY2" fmla="*/ 2572525 h 2572525"/>
              <a:gd name="connsiteX3" fmla="*/ 145137 w 5195233"/>
              <a:gd name="connsiteY3" fmla="*/ 2572525 h 2572525"/>
              <a:gd name="connsiteX4" fmla="*/ 135796 w 5195233"/>
              <a:gd name="connsiteY4" fmla="*/ 2552397 h 2572525"/>
              <a:gd name="connsiteX5" fmla="*/ 543181 w 5195233"/>
              <a:gd name="connsiteY5" fmla="*/ 543180 h 2572525"/>
              <a:gd name="connsiteX6" fmla="*/ 1854535 w 5195233"/>
              <a:gd name="connsiteY6" fmla="*/ 0 h 25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5233" h="2572525">
                <a:moveTo>
                  <a:pt x="1854535" y="0"/>
                </a:moveTo>
                <a:cubicBezTo>
                  <a:pt x="2329151" y="0"/>
                  <a:pt x="2803768" y="181060"/>
                  <a:pt x="3165888" y="543180"/>
                </a:cubicBezTo>
                <a:lnTo>
                  <a:pt x="5195233" y="2572525"/>
                </a:lnTo>
                <a:lnTo>
                  <a:pt x="145137" y="2572525"/>
                </a:lnTo>
                <a:lnTo>
                  <a:pt x="135796" y="2552397"/>
                </a:lnTo>
                <a:cubicBezTo>
                  <a:pt x="-135795" y="1882658"/>
                  <a:pt x="0" y="1086361"/>
                  <a:pt x="543181" y="543180"/>
                </a:cubicBezTo>
                <a:cubicBezTo>
                  <a:pt x="905301" y="181060"/>
                  <a:pt x="1379918" y="0"/>
                  <a:pt x="1854535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478280"/>
            <a:ext cx="11430000" cy="1941577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4000" y="3566161"/>
            <a:ext cx="9144000" cy="261080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0" indent="0" algn="ctr">
              <a:buNone/>
              <a:defRPr sz="2000"/>
            </a:lvl2pPr>
            <a:lvl3pPr marL="0" indent="0" algn="ctr">
              <a:buNone/>
              <a:defRPr sz="1800"/>
            </a:lvl3pPr>
            <a:lvl4pPr marL="0" indent="0" algn="ctr">
              <a:buNone/>
              <a:defRPr sz="1600"/>
            </a:lvl4pPr>
            <a:lvl5pPr marL="0" indent="0" algn="ctr"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771C6-AE2A-169D-1961-6A9B07F657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8C91C-57D3-9B9E-10DD-14689B45B7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59461A55-24E1-7568-7BA9-8A3093369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43414" y="4494073"/>
            <a:ext cx="1987492" cy="1982927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4BAAB243-57F0-D7E3-BD79-EDEAFC03E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7145" y="459664"/>
            <a:ext cx="1264173" cy="1222535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49DBD24-5A22-C1C0-861E-4CDC352F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177" b="21401"/>
          <a:stretch/>
        </p:blipFill>
        <p:spPr>
          <a:xfrm rot="10800000">
            <a:off x="10330906" y="0"/>
            <a:ext cx="1869610" cy="4237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93410" y="2103121"/>
            <a:ext cx="9805181" cy="395117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99172E-C881-44E9-5467-BA33ECCD7A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F938C-5CEB-5C7A-0721-D88C7A8A45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71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118CD2E6-847D-7319-53AD-33D7B5F4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35937" y="0"/>
            <a:ext cx="7498230" cy="6858000"/>
          </a:xfrm>
          <a:custGeom>
            <a:avLst/>
            <a:gdLst>
              <a:gd name="connsiteX0" fmla="*/ 3959468 w 7498230"/>
              <a:gd name="connsiteY0" fmla="*/ 0 h 6858000"/>
              <a:gd name="connsiteX1" fmla="*/ 7498230 w 7498230"/>
              <a:gd name="connsiteY1" fmla="*/ 0 h 6858000"/>
              <a:gd name="connsiteX2" fmla="*/ 3538762 w 7498230"/>
              <a:gd name="connsiteY2" fmla="*/ 6858000 h 6858000"/>
              <a:gd name="connsiteX3" fmla="*/ 0 w 74982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8230" h="6858000">
                <a:moveTo>
                  <a:pt x="3959468" y="0"/>
                </a:moveTo>
                <a:lnTo>
                  <a:pt x="7498230" y="0"/>
                </a:lnTo>
                <a:lnTo>
                  <a:pt x="35387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ABDF0DF-C2C4-90E3-5019-F4F9496B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700" b="63293"/>
          <a:stretch/>
        </p:blipFill>
        <p:spPr>
          <a:xfrm rot="5400000">
            <a:off x="-439665" y="431782"/>
            <a:ext cx="3388135" cy="252457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06063E2-8FA6-3FA8-50F0-710C2DABE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9907" b="26473"/>
          <a:stretch/>
        </p:blipFill>
        <p:spPr>
          <a:xfrm flipH="1">
            <a:off x="9858702" y="2673752"/>
            <a:ext cx="2333297" cy="4184248"/>
          </a:xfrm>
          <a:prstGeom prst="rect">
            <a:avLst/>
          </a:prstGeom>
        </p:spPr>
      </p:pic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6DA7FCDE-54E0-5546-8AC9-AC281A474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4253" y="909530"/>
            <a:ext cx="664855" cy="663328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>
                <a:alpha val="6864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176" y="1188720"/>
            <a:ext cx="5815519" cy="3685032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3307" y="4896517"/>
            <a:ext cx="5814388" cy="164144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400"/>
            </a:lvl1pPr>
            <a:lvl2pPr marL="800100" indent="-3429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/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200"/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4BE4E254-2D24-97F7-EBB1-212D2F9D9A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27906" y="1709738"/>
            <a:ext cx="5829158" cy="5148262"/>
          </a:xfrm>
          <a:custGeom>
            <a:avLst/>
            <a:gdLst>
              <a:gd name="connsiteX0" fmla="*/ 4066426 w 5829158"/>
              <a:gd name="connsiteY0" fmla="*/ 610 h 5148262"/>
              <a:gd name="connsiteX1" fmla="*/ 4923324 w 5829158"/>
              <a:gd name="connsiteY1" fmla="*/ 242939 h 5148262"/>
              <a:gd name="connsiteX2" fmla="*/ 5586219 w 5829158"/>
              <a:gd name="connsiteY2" fmla="*/ 2716897 h 5148262"/>
              <a:gd name="connsiteX3" fmla="*/ 4182471 w 5829158"/>
              <a:gd name="connsiteY3" fmla="*/ 5148262 h 5148262"/>
              <a:gd name="connsiteX4" fmla="*/ 0 w 5829158"/>
              <a:gd name="connsiteY4" fmla="*/ 5148262 h 5148262"/>
              <a:gd name="connsiteX5" fmla="*/ 2449366 w 5829158"/>
              <a:gd name="connsiteY5" fmla="*/ 905835 h 5148262"/>
              <a:gd name="connsiteX6" fmla="*/ 4066426 w 5829158"/>
              <a:gd name="connsiteY6" fmla="*/ 610 h 5148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9158" h="5148262">
                <a:moveTo>
                  <a:pt x="4066426" y="610"/>
                </a:moveTo>
                <a:cubicBezTo>
                  <a:pt x="4358363" y="8192"/>
                  <a:pt x="4652631" y="86654"/>
                  <a:pt x="4923324" y="242939"/>
                </a:cubicBezTo>
                <a:cubicBezTo>
                  <a:pt x="5789542" y="743051"/>
                  <a:pt x="6086331" y="1850680"/>
                  <a:pt x="5586219" y="2716897"/>
                </a:cubicBezTo>
                <a:lnTo>
                  <a:pt x="4182471" y="5148262"/>
                </a:lnTo>
                <a:lnTo>
                  <a:pt x="0" y="5148262"/>
                </a:lnTo>
                <a:lnTo>
                  <a:pt x="2449366" y="905835"/>
                </a:lnTo>
                <a:cubicBezTo>
                  <a:pt x="2793193" y="310309"/>
                  <a:pt x="3424167" y="-16071"/>
                  <a:pt x="4066426" y="610"/>
                </a:cubicBezTo>
                <a:close/>
              </a:path>
            </a:pathLst>
          </a:custGeom>
        </p:spPr>
        <p:txBody>
          <a:bodyPr wrap="square" lIns="2194560" tIns="100584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5610F-FEC3-8E4A-0EA8-EE29C1F2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7399D-ED8C-5779-C0DF-EDCB9294E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75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E27CF34-9469-9733-919F-E9312CF54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898" b="63293"/>
          <a:stretch/>
        </p:blipFill>
        <p:spPr>
          <a:xfrm rot="5400000" flipV="1">
            <a:off x="8338916" y="2372297"/>
            <a:ext cx="5181600" cy="2524571"/>
          </a:xfrm>
          <a:prstGeom prst="rect">
            <a:avLst/>
          </a:prstGeom>
        </p:spPr>
      </p:pic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4D009256-DF45-9756-82A0-864EE4B56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88182" y="4494073"/>
            <a:ext cx="1987492" cy="1982927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2826" y="2148841"/>
            <a:ext cx="9805181" cy="1563623"/>
          </a:xfrm>
        </p:spPr>
        <p:txBody>
          <a:bodyPr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lvl1pPr>
            <a:lvl2pPr marL="7429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A9B7174-F745-1118-0FC3-785D2D913E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98563" y="3843338"/>
            <a:ext cx="9699625" cy="198278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8BE64-1ED0-01C3-D968-D9BD08653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90BF0-A318-491B-96D3-12A05A22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4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F43DDC4-8BB2-AA02-91FD-EAE7DEAA2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486" b="42766"/>
          <a:stretch/>
        </p:blipFill>
        <p:spPr>
          <a:xfrm rot="10800000" flipH="1">
            <a:off x="0" y="16066"/>
            <a:ext cx="2354118" cy="320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2E19359-DD62-C6C3-FEF4-EEA0F835B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026"/>
          <a:stretch/>
        </p:blipFill>
        <p:spPr>
          <a:xfrm>
            <a:off x="8045068" y="3116724"/>
            <a:ext cx="4328419" cy="3741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AFD7DD8-34E5-E7A6-C7E1-DF8BA895A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2402" y="1709738"/>
            <a:ext cx="5829158" cy="5148262"/>
          </a:xfrm>
          <a:custGeom>
            <a:avLst/>
            <a:gdLst>
              <a:gd name="connsiteX0" fmla="*/ 4066426 w 5829158"/>
              <a:gd name="connsiteY0" fmla="*/ 610 h 5148262"/>
              <a:gd name="connsiteX1" fmla="*/ 4923324 w 5829158"/>
              <a:gd name="connsiteY1" fmla="*/ 242939 h 5148262"/>
              <a:gd name="connsiteX2" fmla="*/ 5586219 w 5829158"/>
              <a:gd name="connsiteY2" fmla="*/ 2716897 h 5148262"/>
              <a:gd name="connsiteX3" fmla="*/ 5535066 w 5829158"/>
              <a:gd name="connsiteY3" fmla="*/ 2805497 h 5148262"/>
              <a:gd name="connsiteX4" fmla="*/ 5509490 w 5829158"/>
              <a:gd name="connsiteY4" fmla="*/ 2815395 h 5148262"/>
              <a:gd name="connsiteX5" fmla="*/ 5155416 w 5829158"/>
              <a:gd name="connsiteY5" fmla="*/ 3137832 h 5148262"/>
              <a:gd name="connsiteX6" fmla="*/ 3994693 w 5829158"/>
              <a:gd name="connsiteY6" fmla="*/ 5148262 h 5148262"/>
              <a:gd name="connsiteX7" fmla="*/ 0 w 5829158"/>
              <a:gd name="connsiteY7" fmla="*/ 5148262 h 5148262"/>
              <a:gd name="connsiteX8" fmla="*/ 2449366 w 5829158"/>
              <a:gd name="connsiteY8" fmla="*/ 905835 h 5148262"/>
              <a:gd name="connsiteX9" fmla="*/ 4066426 w 5829158"/>
              <a:gd name="connsiteY9" fmla="*/ 610 h 5148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29158" h="5148262">
                <a:moveTo>
                  <a:pt x="4066426" y="610"/>
                </a:moveTo>
                <a:cubicBezTo>
                  <a:pt x="4358363" y="8192"/>
                  <a:pt x="4652631" y="86654"/>
                  <a:pt x="4923324" y="242939"/>
                </a:cubicBezTo>
                <a:cubicBezTo>
                  <a:pt x="5789542" y="743051"/>
                  <a:pt x="6086331" y="1850680"/>
                  <a:pt x="5586219" y="2716897"/>
                </a:cubicBezTo>
                <a:lnTo>
                  <a:pt x="5535066" y="2805497"/>
                </a:lnTo>
                <a:lnTo>
                  <a:pt x="5509490" y="2815395"/>
                </a:lnTo>
                <a:cubicBezTo>
                  <a:pt x="5365803" y="2881125"/>
                  <a:pt x="5240438" y="2990572"/>
                  <a:pt x="5155416" y="3137832"/>
                </a:cubicBezTo>
                <a:lnTo>
                  <a:pt x="3994693" y="5148262"/>
                </a:lnTo>
                <a:lnTo>
                  <a:pt x="0" y="5148262"/>
                </a:lnTo>
                <a:lnTo>
                  <a:pt x="2449366" y="905835"/>
                </a:lnTo>
                <a:cubicBezTo>
                  <a:pt x="2793193" y="310309"/>
                  <a:pt x="3424167" y="-16071"/>
                  <a:pt x="4066426" y="610"/>
                </a:cubicBezTo>
                <a:close/>
              </a:path>
            </a:pathLst>
          </a:custGeom>
          <a:noFill/>
        </p:spPr>
        <p:txBody>
          <a:bodyPr wrap="square" lIns="2194560" tIns="1005840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22928" y="2162976"/>
            <a:ext cx="4090549" cy="4438991"/>
          </a:xfrm>
        </p:spPr>
        <p:txBody>
          <a:bodyPr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lvl1pPr>
            <a:lvl2pPr marL="74295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39C7FB7-7536-309C-3DB4-92ECAE609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7095" y="4453341"/>
            <a:ext cx="2631645" cy="2404659"/>
          </a:xfrm>
          <a:custGeom>
            <a:avLst/>
            <a:gdLst>
              <a:gd name="connsiteX0" fmla="*/ 1788465 w 2631645"/>
              <a:gd name="connsiteY0" fmla="*/ 1963 h 2404659"/>
              <a:gd name="connsiteX1" fmla="*/ 2237416 w 2631645"/>
              <a:gd name="connsiteY1" fmla="*/ 105730 h 2404659"/>
              <a:gd name="connsiteX2" fmla="*/ 2525916 w 2631645"/>
              <a:gd name="connsiteY2" fmla="*/ 1182423 h 2404659"/>
              <a:gd name="connsiteX3" fmla="*/ 1820258 w 2631645"/>
              <a:gd name="connsiteY3" fmla="*/ 2404659 h 2404659"/>
              <a:gd name="connsiteX4" fmla="*/ 0 w 2631645"/>
              <a:gd name="connsiteY4" fmla="*/ 2404659 h 2404659"/>
              <a:gd name="connsiteX5" fmla="*/ 1160723 w 2631645"/>
              <a:gd name="connsiteY5" fmla="*/ 394229 h 2404659"/>
              <a:gd name="connsiteX6" fmla="*/ 1788465 w 2631645"/>
              <a:gd name="connsiteY6" fmla="*/ 1963 h 2404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31645" h="2404659">
                <a:moveTo>
                  <a:pt x="1788465" y="1963"/>
                </a:moveTo>
                <a:cubicBezTo>
                  <a:pt x="1939901" y="-8739"/>
                  <a:pt x="2096046" y="24110"/>
                  <a:pt x="2237416" y="105730"/>
                </a:cubicBezTo>
                <a:cubicBezTo>
                  <a:pt x="2614404" y="323384"/>
                  <a:pt x="2743570" y="805435"/>
                  <a:pt x="2525916" y="1182423"/>
                </a:cubicBezTo>
                <a:lnTo>
                  <a:pt x="1820258" y="2404659"/>
                </a:lnTo>
                <a:lnTo>
                  <a:pt x="0" y="2404659"/>
                </a:lnTo>
                <a:lnTo>
                  <a:pt x="1160723" y="394229"/>
                </a:lnTo>
                <a:cubicBezTo>
                  <a:pt x="1296757" y="158612"/>
                  <a:pt x="1536071" y="19800"/>
                  <a:pt x="1788465" y="196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88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75CECFB8-0CE3-408B-9CC5-1A38ADFC8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79105" y="3006726"/>
            <a:ext cx="1987492" cy="1982927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B44AE87-6B2D-BEFC-BB5E-B20A5A75A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898" b="63293"/>
          <a:stretch/>
        </p:blipFill>
        <p:spPr>
          <a:xfrm>
            <a:off x="5893135" y="4333429"/>
            <a:ext cx="5181600" cy="2524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2826" y="2154034"/>
            <a:ext cx="4714785" cy="398834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E9A95-2BF4-99BE-F73A-A74D783CE44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25417" y="2154033"/>
            <a:ext cx="4714785" cy="398834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C286E-C3C5-BAF8-4E8F-9FEA0BB01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61ED0-675C-92F8-9C64-A3276393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22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2827" y="2154034"/>
            <a:ext cx="2977342" cy="3988349"/>
          </a:xfrm>
        </p:spPr>
        <p:txBody>
          <a:bodyPr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lvl1pPr>
            <a:lvl2pPr marL="742950" indent="-22860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2860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22860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22860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5F1C082A-519B-82D4-8400-4B8B18A6089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283075" y="2147888"/>
            <a:ext cx="7070725" cy="395763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7E877-BE1A-AA4C-671E-9D845292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7DD65-3907-1BC6-7EB8-E6248DFA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41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5F1C082A-519B-82D4-8400-4B8B18A6089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88601" y="2138744"/>
            <a:ext cx="10009167" cy="395763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table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5DE1B4-D56F-A334-1150-6F7C080A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6C784-B849-5F60-F6DC-9FBFD28A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69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6BC515DB-7B1C-3370-8F50-08B8416EB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697071" y="3830795"/>
            <a:ext cx="2496416" cy="2490682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1">
            <a:extLst>
              <a:ext uri="{FF2B5EF4-FFF2-40B4-BE49-F238E27FC236}">
                <a16:creationId xmlns:a16="http://schemas.microsoft.com/office/drawing/2014/main" id="{0D15194A-4B0C-6147-8FF2-BB4E50ECC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522447" y="0"/>
            <a:ext cx="7498230" cy="6858000"/>
          </a:xfrm>
          <a:custGeom>
            <a:avLst/>
            <a:gdLst>
              <a:gd name="connsiteX0" fmla="*/ 3959468 w 7498230"/>
              <a:gd name="connsiteY0" fmla="*/ 0 h 6858000"/>
              <a:gd name="connsiteX1" fmla="*/ 7498230 w 7498230"/>
              <a:gd name="connsiteY1" fmla="*/ 0 h 6858000"/>
              <a:gd name="connsiteX2" fmla="*/ 3538762 w 7498230"/>
              <a:gd name="connsiteY2" fmla="*/ 6858000 h 6858000"/>
              <a:gd name="connsiteX3" fmla="*/ 0 w 74982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8230" h="6858000">
                <a:moveTo>
                  <a:pt x="3959468" y="0"/>
                </a:moveTo>
                <a:lnTo>
                  <a:pt x="7498230" y="0"/>
                </a:lnTo>
                <a:lnTo>
                  <a:pt x="35387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008052E-C579-D93A-9B03-CA08D7460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177" b="21401"/>
          <a:stretch/>
        </p:blipFill>
        <p:spPr>
          <a:xfrm flipV="1">
            <a:off x="0" y="325"/>
            <a:ext cx="1869610" cy="4237825"/>
          </a:xfrm>
          <a:prstGeom prst="rect">
            <a:avLst/>
          </a:prstGeom>
        </p:spPr>
      </p:pic>
      <p:sp>
        <p:nvSpPr>
          <p:cNvPr id="16" name="Freeform 3">
            <a:extLst>
              <a:ext uri="{FF2B5EF4-FFF2-40B4-BE49-F238E27FC236}">
                <a16:creationId xmlns:a16="http://schemas.microsoft.com/office/drawing/2014/main" id="{F2EC93D7-B6B6-D315-CBAC-F2062C650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435134" y="3712319"/>
            <a:ext cx="3059474" cy="3145681"/>
          </a:xfrm>
          <a:custGeom>
            <a:avLst/>
            <a:gdLst>
              <a:gd name="connsiteX0" fmla="*/ 2216294 w 3059474"/>
              <a:gd name="connsiteY0" fmla="*/ 1963 h 3145681"/>
              <a:gd name="connsiteX1" fmla="*/ 2665245 w 3059474"/>
              <a:gd name="connsiteY1" fmla="*/ 105730 h 3145681"/>
              <a:gd name="connsiteX2" fmla="*/ 2953745 w 3059474"/>
              <a:gd name="connsiteY2" fmla="*/ 1182423 h 3145681"/>
              <a:gd name="connsiteX3" fmla="*/ 1820257 w 3059474"/>
              <a:gd name="connsiteY3" fmla="*/ 3145681 h 3145681"/>
              <a:gd name="connsiteX4" fmla="*/ 0 w 3059474"/>
              <a:gd name="connsiteY4" fmla="*/ 3145681 h 3145681"/>
              <a:gd name="connsiteX5" fmla="*/ 1588552 w 3059474"/>
              <a:gd name="connsiteY5" fmla="*/ 394229 h 3145681"/>
              <a:gd name="connsiteX6" fmla="*/ 2216294 w 3059474"/>
              <a:gd name="connsiteY6" fmla="*/ 1963 h 314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474" h="3145681">
                <a:moveTo>
                  <a:pt x="2216294" y="1963"/>
                </a:moveTo>
                <a:cubicBezTo>
                  <a:pt x="2367730" y="-8739"/>
                  <a:pt x="2523875" y="24110"/>
                  <a:pt x="2665245" y="105730"/>
                </a:cubicBezTo>
                <a:cubicBezTo>
                  <a:pt x="3042233" y="323384"/>
                  <a:pt x="3171399" y="805435"/>
                  <a:pt x="2953745" y="1182423"/>
                </a:cubicBezTo>
                <a:lnTo>
                  <a:pt x="1820257" y="3145681"/>
                </a:lnTo>
                <a:lnTo>
                  <a:pt x="0" y="3145681"/>
                </a:lnTo>
                <a:lnTo>
                  <a:pt x="1588552" y="394229"/>
                </a:lnTo>
                <a:cubicBezTo>
                  <a:pt x="1724586" y="158612"/>
                  <a:pt x="1963900" y="19800"/>
                  <a:pt x="2216294" y="19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605" y="1868489"/>
            <a:ext cx="5832907" cy="4415795"/>
          </a:xfrm>
        </p:spPr>
        <p:txBody>
          <a:bodyPr anchor="ctr">
            <a:normAutofit/>
          </a:bodyPr>
          <a:lstStyle>
            <a:lvl1pPr algn="l">
              <a:lnSpc>
                <a:spcPct val="90000"/>
              </a:lnSpc>
              <a:defRPr sz="5400" b="1" cap="all" baseline="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E53CBB4-E97E-0645-ABD7-E16233BA05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80723" y="0"/>
            <a:ext cx="5406113" cy="4800932"/>
          </a:xfrm>
          <a:custGeom>
            <a:avLst/>
            <a:gdLst>
              <a:gd name="connsiteX0" fmla="*/ 4382284 w 5406113"/>
              <a:gd name="connsiteY0" fmla="*/ 910336 h 4800932"/>
              <a:gd name="connsiteX1" fmla="*/ 4955350 w 5406113"/>
              <a:gd name="connsiteY1" fmla="*/ 1902915 h 4800932"/>
              <a:gd name="connsiteX2" fmla="*/ 4913686 w 5406113"/>
              <a:gd name="connsiteY2" fmla="*/ 1907115 h 4800932"/>
              <a:gd name="connsiteX3" fmla="*/ 4273606 w 5406113"/>
              <a:gd name="connsiteY3" fmla="*/ 1267035 h 4800932"/>
              <a:gd name="connsiteX4" fmla="*/ 4323907 w 5406113"/>
              <a:gd name="connsiteY4" fmla="*/ 1017887 h 4800932"/>
              <a:gd name="connsiteX5" fmla="*/ 0 w 5406113"/>
              <a:gd name="connsiteY5" fmla="*/ 0 h 4800932"/>
              <a:gd name="connsiteX6" fmla="*/ 3856701 w 5406113"/>
              <a:gd name="connsiteY6" fmla="*/ 0 h 4800932"/>
              <a:gd name="connsiteX7" fmla="*/ 4345712 w 5406113"/>
              <a:gd name="connsiteY7" fmla="*/ 846991 h 4800932"/>
              <a:gd name="connsiteX8" fmla="*/ 4326054 w 5406113"/>
              <a:gd name="connsiteY8" fmla="*/ 870817 h 4800932"/>
              <a:gd name="connsiteX9" fmla="*/ 4205026 w 5406113"/>
              <a:gd name="connsiteY9" fmla="*/ 1267035 h 4800932"/>
              <a:gd name="connsiteX10" fmla="*/ 4913686 w 5406113"/>
              <a:gd name="connsiteY10" fmla="*/ 1975695 h 4800932"/>
              <a:gd name="connsiteX11" fmla="*/ 4992767 w 5406113"/>
              <a:gd name="connsiteY11" fmla="*/ 1967723 h 4800932"/>
              <a:gd name="connsiteX12" fmla="*/ 5182097 w 5406113"/>
              <a:gd name="connsiteY12" fmla="*/ 2295653 h 4800932"/>
              <a:gd name="connsiteX13" fmla="*/ 4570835 w 5406113"/>
              <a:gd name="connsiteY13" fmla="*/ 4576916 h 4800932"/>
              <a:gd name="connsiteX14" fmla="*/ 2289571 w 5406113"/>
              <a:gd name="connsiteY14" fmla="*/ 3965654 h 4800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06113" h="4800932">
                <a:moveTo>
                  <a:pt x="4382284" y="910336"/>
                </a:moveTo>
                <a:lnTo>
                  <a:pt x="4955350" y="1902915"/>
                </a:lnTo>
                <a:lnTo>
                  <a:pt x="4913686" y="1907115"/>
                </a:lnTo>
                <a:cubicBezTo>
                  <a:pt x="4560180" y="1907115"/>
                  <a:pt x="4273606" y="1620541"/>
                  <a:pt x="4273606" y="1267035"/>
                </a:cubicBezTo>
                <a:cubicBezTo>
                  <a:pt x="4273606" y="1178659"/>
                  <a:pt x="4291517" y="1094465"/>
                  <a:pt x="4323907" y="1017887"/>
                </a:cubicBezTo>
                <a:close/>
                <a:moveTo>
                  <a:pt x="0" y="0"/>
                </a:moveTo>
                <a:lnTo>
                  <a:pt x="3856701" y="0"/>
                </a:lnTo>
                <a:lnTo>
                  <a:pt x="4345712" y="846991"/>
                </a:lnTo>
                <a:lnTo>
                  <a:pt x="4326054" y="870817"/>
                </a:lnTo>
                <a:cubicBezTo>
                  <a:pt x="4249643" y="983919"/>
                  <a:pt x="4205026" y="1120267"/>
                  <a:pt x="4205026" y="1267035"/>
                </a:cubicBezTo>
                <a:cubicBezTo>
                  <a:pt x="4205026" y="1658417"/>
                  <a:pt x="4522304" y="1975695"/>
                  <a:pt x="4913686" y="1975695"/>
                </a:cubicBezTo>
                <a:lnTo>
                  <a:pt x="4992767" y="1967723"/>
                </a:lnTo>
                <a:lnTo>
                  <a:pt x="5182097" y="2295653"/>
                </a:lnTo>
                <a:cubicBezTo>
                  <a:pt x="5643255" y="3094402"/>
                  <a:pt x="5369584" y="4115758"/>
                  <a:pt x="4570835" y="4576916"/>
                </a:cubicBezTo>
                <a:cubicBezTo>
                  <a:pt x="3772085" y="5038074"/>
                  <a:pt x="2750729" y="4764403"/>
                  <a:pt x="2289571" y="3965654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B6AD51-A029-8ED4-DB6D-6563C25C9280}"/>
              </a:ext>
            </a:extLst>
          </p:cNvPr>
          <p:cNvSpPr/>
          <p:nvPr userDrawn="1"/>
        </p:nvSpPr>
        <p:spPr>
          <a:xfrm>
            <a:off x="9685749" y="558375"/>
            <a:ext cx="1417320" cy="1417320"/>
          </a:xfrm>
          <a:custGeom>
            <a:avLst/>
            <a:gdLst>
              <a:gd name="connsiteX0" fmla="*/ 708660 w 1417320"/>
              <a:gd name="connsiteY0" fmla="*/ 68580 h 1417320"/>
              <a:gd name="connsiteX1" fmla="*/ 68580 w 1417320"/>
              <a:gd name="connsiteY1" fmla="*/ 708660 h 1417320"/>
              <a:gd name="connsiteX2" fmla="*/ 708660 w 1417320"/>
              <a:gd name="connsiteY2" fmla="*/ 1348740 h 1417320"/>
              <a:gd name="connsiteX3" fmla="*/ 1348740 w 1417320"/>
              <a:gd name="connsiteY3" fmla="*/ 708660 h 1417320"/>
              <a:gd name="connsiteX4" fmla="*/ 708660 w 1417320"/>
              <a:gd name="connsiteY4" fmla="*/ 68580 h 1417320"/>
              <a:gd name="connsiteX5" fmla="*/ 708660 w 1417320"/>
              <a:gd name="connsiteY5" fmla="*/ 0 h 1417320"/>
              <a:gd name="connsiteX6" fmla="*/ 1417320 w 1417320"/>
              <a:gd name="connsiteY6" fmla="*/ 708660 h 1417320"/>
              <a:gd name="connsiteX7" fmla="*/ 708660 w 1417320"/>
              <a:gd name="connsiteY7" fmla="*/ 1417320 h 1417320"/>
              <a:gd name="connsiteX8" fmla="*/ 0 w 1417320"/>
              <a:gd name="connsiteY8" fmla="*/ 708660 h 1417320"/>
              <a:gd name="connsiteX9" fmla="*/ 708660 w 1417320"/>
              <a:gd name="connsiteY9" fmla="*/ 0 h 1417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17320" h="1417320">
                <a:moveTo>
                  <a:pt x="708660" y="68580"/>
                </a:moveTo>
                <a:cubicBezTo>
                  <a:pt x="355154" y="68580"/>
                  <a:pt x="68580" y="355154"/>
                  <a:pt x="68580" y="708660"/>
                </a:cubicBezTo>
                <a:cubicBezTo>
                  <a:pt x="68580" y="1062166"/>
                  <a:pt x="355154" y="1348740"/>
                  <a:pt x="708660" y="1348740"/>
                </a:cubicBezTo>
                <a:cubicBezTo>
                  <a:pt x="1062166" y="1348740"/>
                  <a:pt x="1348740" y="1062166"/>
                  <a:pt x="1348740" y="708660"/>
                </a:cubicBezTo>
                <a:cubicBezTo>
                  <a:pt x="1348740" y="355154"/>
                  <a:pt x="1062166" y="68580"/>
                  <a:pt x="708660" y="68580"/>
                </a:cubicBezTo>
                <a:close/>
                <a:moveTo>
                  <a:pt x="708660" y="0"/>
                </a:moveTo>
                <a:cubicBezTo>
                  <a:pt x="1100042" y="0"/>
                  <a:pt x="1417320" y="317278"/>
                  <a:pt x="1417320" y="708660"/>
                </a:cubicBezTo>
                <a:cubicBezTo>
                  <a:pt x="1417320" y="1100042"/>
                  <a:pt x="1100042" y="1417320"/>
                  <a:pt x="708660" y="1417320"/>
                </a:cubicBezTo>
                <a:cubicBezTo>
                  <a:pt x="317278" y="1417320"/>
                  <a:pt x="0" y="1100042"/>
                  <a:pt x="0" y="708660"/>
                </a:cubicBezTo>
                <a:cubicBezTo>
                  <a:pt x="0" y="317278"/>
                  <a:pt x="317278" y="0"/>
                  <a:pt x="70866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27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240BB4C-6B8F-357F-ED6F-F587D1FE7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898" b="63293"/>
          <a:stretch/>
        </p:blipFill>
        <p:spPr>
          <a:xfrm rot="5400000" flipV="1">
            <a:off x="8334734" y="2739009"/>
            <a:ext cx="5181600" cy="2524571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EC29CEAF-3197-2C9C-F10A-BC9C1D5E7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 flipV="1">
            <a:off x="4934806" y="4647063"/>
            <a:ext cx="2169988" cy="3494471"/>
          </a:xfrm>
          <a:custGeom>
            <a:avLst/>
            <a:gdLst>
              <a:gd name="connsiteX0" fmla="*/ 2169988 w 2169988"/>
              <a:gd name="connsiteY0" fmla="*/ 3494471 h 3494471"/>
              <a:gd name="connsiteX1" fmla="*/ 0 w 2169988"/>
              <a:gd name="connsiteY1" fmla="*/ 1324484 h 3494471"/>
              <a:gd name="connsiteX2" fmla="*/ 0 w 2169988"/>
              <a:gd name="connsiteY2" fmla="*/ 1084994 h 3494471"/>
              <a:gd name="connsiteX3" fmla="*/ 1084994 w 2169988"/>
              <a:gd name="connsiteY3" fmla="*/ 0 h 3494471"/>
              <a:gd name="connsiteX4" fmla="*/ 2169988 w 2169988"/>
              <a:gd name="connsiteY4" fmla="*/ 1084994 h 34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9988" h="3494471">
                <a:moveTo>
                  <a:pt x="2169988" y="3494471"/>
                </a:moveTo>
                <a:lnTo>
                  <a:pt x="0" y="1324484"/>
                </a:lnTo>
                <a:lnTo>
                  <a:pt x="0" y="1084994"/>
                </a:lnTo>
                <a:cubicBezTo>
                  <a:pt x="0" y="485768"/>
                  <a:pt x="485768" y="0"/>
                  <a:pt x="1084994" y="0"/>
                </a:cubicBezTo>
                <a:cubicBezTo>
                  <a:pt x="1684220" y="0"/>
                  <a:pt x="2169988" y="485768"/>
                  <a:pt x="2169988" y="108499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990D998F-6A53-4D78-E05B-B6F861387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203067" y="591806"/>
            <a:ext cx="906031" cy="903950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9092" y="2208897"/>
            <a:ext cx="4714785" cy="3988349"/>
          </a:xfrm>
        </p:spPr>
        <p:txBody>
          <a:bodyPr>
            <a:normAutofit/>
          </a:bodyPr>
          <a:lstStyle>
            <a:lvl1pPr marL="512064" indent="-512064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rabicPeriod"/>
              <a:defRPr sz="1800"/>
            </a:lvl1pPr>
            <a:lvl2pPr marL="800100" indent="-512064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eriod"/>
              <a:defRPr sz="1600"/>
            </a:lvl2pPr>
            <a:lvl3pPr marL="1257300" indent="-512064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rabicParenR"/>
              <a:defRPr sz="1400"/>
            </a:lvl3pPr>
            <a:lvl4pPr marL="1600200" indent="-512064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/>
              <a:defRPr sz="1200"/>
            </a:lvl4pPr>
            <a:lvl5pPr marL="2057400" indent="-512064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romanLcPeriod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E9A95-2BF4-99BE-F73A-A74D783CE44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25417" y="2208897"/>
            <a:ext cx="4714785" cy="3988349"/>
          </a:xfrm>
        </p:spPr>
        <p:txBody>
          <a:bodyPr>
            <a:norm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8575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17145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17145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565D73C-F16A-968B-391B-24CB7EEB3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CDC7A41-1D00-F1B1-08B5-F7E01122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63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00F4D10-3ADA-D113-BD21-4AB95DE7F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97" t="4055" b="11876"/>
          <a:stretch/>
        </p:blipFill>
        <p:spPr>
          <a:xfrm>
            <a:off x="0" y="-1"/>
            <a:ext cx="3103614" cy="6858001"/>
          </a:xfrm>
          <a:prstGeom prst="rect">
            <a:avLst/>
          </a:prstGeom>
        </p:spPr>
      </p:pic>
      <p:sp>
        <p:nvSpPr>
          <p:cNvPr id="4" name="Freeform 10">
            <a:extLst>
              <a:ext uri="{FF2B5EF4-FFF2-40B4-BE49-F238E27FC236}">
                <a16:creationId xmlns:a16="http://schemas.microsoft.com/office/drawing/2014/main" id="{BDBCB359-3984-96FE-AB0E-B34306907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10883" y="4918500"/>
            <a:ext cx="1681117" cy="1939500"/>
          </a:xfrm>
          <a:custGeom>
            <a:avLst/>
            <a:gdLst>
              <a:gd name="connsiteX0" fmla="*/ 788195 w 1681117"/>
              <a:gd name="connsiteY0" fmla="*/ 0 h 1939500"/>
              <a:gd name="connsiteX1" fmla="*/ 1345532 w 1681117"/>
              <a:gd name="connsiteY1" fmla="*/ 230856 h 1939500"/>
              <a:gd name="connsiteX2" fmla="*/ 1681117 w 1681117"/>
              <a:gd name="connsiteY2" fmla="*/ 566441 h 1939500"/>
              <a:gd name="connsiteX3" fmla="*/ 1681117 w 1681117"/>
              <a:gd name="connsiteY3" fmla="*/ 1939500 h 1939500"/>
              <a:gd name="connsiteX4" fmla="*/ 824828 w 1681117"/>
              <a:gd name="connsiteY4" fmla="*/ 1939500 h 1939500"/>
              <a:gd name="connsiteX5" fmla="*/ 230858 w 1681117"/>
              <a:gd name="connsiteY5" fmla="*/ 1345531 h 1939500"/>
              <a:gd name="connsiteX6" fmla="*/ 230858 w 1681117"/>
              <a:gd name="connsiteY6" fmla="*/ 230856 h 1939500"/>
              <a:gd name="connsiteX7" fmla="*/ 788195 w 1681117"/>
              <a:gd name="connsiteY7" fmla="*/ 0 h 193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1117" h="1939500">
                <a:moveTo>
                  <a:pt x="788195" y="0"/>
                </a:moveTo>
                <a:cubicBezTo>
                  <a:pt x="989911" y="0"/>
                  <a:pt x="1191628" y="76952"/>
                  <a:pt x="1345532" y="230856"/>
                </a:cubicBezTo>
                <a:lnTo>
                  <a:pt x="1681117" y="566441"/>
                </a:lnTo>
                <a:lnTo>
                  <a:pt x="1681117" y="1939500"/>
                </a:lnTo>
                <a:lnTo>
                  <a:pt x="824828" y="1939500"/>
                </a:lnTo>
                <a:lnTo>
                  <a:pt x="230858" y="1345531"/>
                </a:lnTo>
                <a:cubicBezTo>
                  <a:pt x="-76952" y="1037722"/>
                  <a:pt x="-76952" y="538666"/>
                  <a:pt x="230858" y="230856"/>
                </a:cubicBezTo>
                <a:cubicBezTo>
                  <a:pt x="384763" y="76952"/>
                  <a:pt x="586479" y="0"/>
                  <a:pt x="788195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5E68A3D6-C483-F214-27BA-8B35BF732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19850" y="3462203"/>
            <a:ext cx="5975159" cy="3395799"/>
          </a:xfrm>
          <a:custGeom>
            <a:avLst/>
            <a:gdLst>
              <a:gd name="connsiteX0" fmla="*/ 1823885 w 5975159"/>
              <a:gd name="connsiteY0" fmla="*/ 0 h 3395799"/>
              <a:gd name="connsiteX1" fmla="*/ 3113564 w 5975159"/>
              <a:gd name="connsiteY1" fmla="*/ 534203 h 3395799"/>
              <a:gd name="connsiteX2" fmla="*/ 5975159 w 5975159"/>
              <a:gd name="connsiteY2" fmla="*/ 3395799 h 3395799"/>
              <a:gd name="connsiteX3" fmla="*/ 816439 w 5975159"/>
              <a:gd name="connsiteY3" fmla="*/ 3395799 h 3395799"/>
              <a:gd name="connsiteX4" fmla="*/ 534204 w 5975159"/>
              <a:gd name="connsiteY4" fmla="*/ 3113564 h 3395799"/>
              <a:gd name="connsiteX5" fmla="*/ 534204 w 5975159"/>
              <a:gd name="connsiteY5" fmla="*/ 534203 h 3395799"/>
              <a:gd name="connsiteX6" fmla="*/ 1823885 w 5975159"/>
              <a:gd name="connsiteY6" fmla="*/ 0 h 339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75159" h="3395799">
                <a:moveTo>
                  <a:pt x="1823885" y="0"/>
                </a:moveTo>
                <a:cubicBezTo>
                  <a:pt x="2290657" y="0"/>
                  <a:pt x="2757429" y="178068"/>
                  <a:pt x="3113564" y="534203"/>
                </a:cubicBezTo>
                <a:lnTo>
                  <a:pt x="5975159" y="3395799"/>
                </a:lnTo>
                <a:lnTo>
                  <a:pt x="816439" y="3395799"/>
                </a:lnTo>
                <a:lnTo>
                  <a:pt x="534204" y="3113564"/>
                </a:lnTo>
                <a:cubicBezTo>
                  <a:pt x="-178067" y="2401293"/>
                  <a:pt x="-178067" y="1246475"/>
                  <a:pt x="534204" y="534203"/>
                </a:cubicBezTo>
                <a:cubicBezTo>
                  <a:pt x="890340" y="178068"/>
                  <a:pt x="1357112" y="0"/>
                  <a:pt x="1823885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2FBD89-DA8F-ADF1-13DC-2B2C87C37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177" b="21401"/>
          <a:stretch/>
        </p:blipFill>
        <p:spPr>
          <a:xfrm rot="16200000" flipH="1">
            <a:off x="9138285" y="-1184108"/>
            <a:ext cx="1869610" cy="4237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024" y="422771"/>
            <a:ext cx="4874773" cy="368503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C8F6DBF-00CE-377D-5D93-8039CDB5B3A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58680" y="888652"/>
            <a:ext cx="4846320" cy="4846320"/>
          </a:xfrm>
          <a:custGeom>
            <a:avLst/>
            <a:gdLst>
              <a:gd name="connsiteX0" fmla="*/ 3465617 w 4846320"/>
              <a:gd name="connsiteY0" fmla="*/ 238237 h 4846320"/>
              <a:gd name="connsiteX1" fmla="*/ 3578182 w 4846320"/>
              <a:gd name="connsiteY1" fmla="*/ 292463 h 4846320"/>
              <a:gd name="connsiteX2" fmla="*/ 4655896 w 4846320"/>
              <a:gd name="connsiteY2" fmla="*/ 1479957 h 4846320"/>
              <a:gd name="connsiteX3" fmla="*/ 4705729 w 4846320"/>
              <a:gd name="connsiteY3" fmla="*/ 1616111 h 4846320"/>
              <a:gd name="connsiteX4" fmla="*/ 4661850 w 4846320"/>
              <a:gd name="connsiteY4" fmla="*/ 1627271 h 4846320"/>
              <a:gd name="connsiteX5" fmla="*/ 4449615 w 4846320"/>
              <a:gd name="connsiteY5" fmla="*/ 1648434 h 4846320"/>
              <a:gd name="connsiteX6" fmla="*/ 3396523 w 4846320"/>
              <a:gd name="connsiteY6" fmla="*/ 606773 h 4846320"/>
              <a:gd name="connsiteX7" fmla="*/ 3443868 w 4846320"/>
              <a:gd name="connsiteY7" fmla="*/ 297015 h 4846320"/>
              <a:gd name="connsiteX8" fmla="*/ 2423160 w 4846320"/>
              <a:gd name="connsiteY8" fmla="*/ 0 h 4846320"/>
              <a:gd name="connsiteX9" fmla="*/ 3366363 w 4846320"/>
              <a:gd name="connsiteY9" fmla="*/ 190424 h 4846320"/>
              <a:gd name="connsiteX10" fmla="*/ 3392938 w 4846320"/>
              <a:gd name="connsiteY10" fmla="*/ 203226 h 4846320"/>
              <a:gd name="connsiteX11" fmla="*/ 3367099 w 4846320"/>
              <a:gd name="connsiteY11" fmla="*/ 273111 h 4846320"/>
              <a:gd name="connsiteX12" fmla="*/ 3316140 w 4846320"/>
              <a:gd name="connsiteY12" fmla="*/ 606773 h 4846320"/>
              <a:gd name="connsiteX13" fmla="*/ 4449615 w 4846320"/>
              <a:gd name="connsiteY13" fmla="*/ 1728818 h 4846320"/>
              <a:gd name="connsiteX14" fmla="*/ 4678050 w 4846320"/>
              <a:gd name="connsiteY14" fmla="*/ 1706022 h 4846320"/>
              <a:gd name="connsiteX15" fmla="*/ 4733474 w 4846320"/>
              <a:gd name="connsiteY15" fmla="*/ 1691915 h 4846320"/>
              <a:gd name="connsiteX16" fmla="*/ 4737380 w 4846320"/>
              <a:gd name="connsiteY16" fmla="*/ 1702587 h 4846320"/>
              <a:gd name="connsiteX17" fmla="*/ 4846320 w 4846320"/>
              <a:gd name="connsiteY17" fmla="*/ 2423160 h 4846320"/>
              <a:gd name="connsiteX18" fmla="*/ 2423160 w 4846320"/>
              <a:gd name="connsiteY18" fmla="*/ 4846320 h 4846320"/>
              <a:gd name="connsiteX19" fmla="*/ 0 w 4846320"/>
              <a:gd name="connsiteY19" fmla="*/ 2423160 h 4846320"/>
              <a:gd name="connsiteX20" fmla="*/ 2423160 w 4846320"/>
              <a:gd name="connsiteY20" fmla="*/ 0 h 484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846320" h="4846320">
                <a:moveTo>
                  <a:pt x="3465617" y="238237"/>
                </a:moveTo>
                <a:lnTo>
                  <a:pt x="3578182" y="292463"/>
                </a:lnTo>
                <a:cubicBezTo>
                  <a:pt x="4058866" y="553586"/>
                  <a:pt x="4441314" y="972627"/>
                  <a:pt x="4655896" y="1479957"/>
                </a:cubicBezTo>
                <a:lnTo>
                  <a:pt x="4705729" y="1616111"/>
                </a:lnTo>
                <a:lnTo>
                  <a:pt x="4661850" y="1627271"/>
                </a:lnTo>
                <a:cubicBezTo>
                  <a:pt x="4593296" y="1641147"/>
                  <a:pt x="4522316" y="1648434"/>
                  <a:pt x="4449615" y="1648434"/>
                </a:cubicBezTo>
                <a:cubicBezTo>
                  <a:pt x="3868008" y="1648434"/>
                  <a:pt x="3396523" y="1182066"/>
                  <a:pt x="3396523" y="606773"/>
                </a:cubicBezTo>
                <a:cubicBezTo>
                  <a:pt x="3396523" y="498906"/>
                  <a:pt x="3413099" y="394868"/>
                  <a:pt x="3443868" y="297015"/>
                </a:cubicBezTo>
                <a:close/>
                <a:moveTo>
                  <a:pt x="2423160" y="0"/>
                </a:moveTo>
                <a:cubicBezTo>
                  <a:pt x="2757729" y="0"/>
                  <a:pt x="3076460" y="67805"/>
                  <a:pt x="3366363" y="190424"/>
                </a:cubicBezTo>
                <a:lnTo>
                  <a:pt x="3392938" y="203226"/>
                </a:lnTo>
                <a:lnTo>
                  <a:pt x="3367099" y="273111"/>
                </a:lnTo>
                <a:cubicBezTo>
                  <a:pt x="3333981" y="378515"/>
                  <a:pt x="3316140" y="490582"/>
                  <a:pt x="3316140" y="606773"/>
                </a:cubicBezTo>
                <a:cubicBezTo>
                  <a:pt x="3316140" y="1226461"/>
                  <a:pt x="3823614" y="1728818"/>
                  <a:pt x="4449615" y="1728818"/>
                </a:cubicBezTo>
                <a:cubicBezTo>
                  <a:pt x="4527865" y="1728818"/>
                  <a:pt x="4604263" y="1720969"/>
                  <a:pt x="4678050" y="1706022"/>
                </a:cubicBezTo>
                <a:lnTo>
                  <a:pt x="4733474" y="1691915"/>
                </a:lnTo>
                <a:lnTo>
                  <a:pt x="4737380" y="1702587"/>
                </a:lnTo>
                <a:cubicBezTo>
                  <a:pt x="4808180" y="1930216"/>
                  <a:pt x="4846320" y="2172234"/>
                  <a:pt x="4846320" y="2423160"/>
                </a:cubicBezTo>
                <a:cubicBezTo>
                  <a:pt x="4846320" y="3761434"/>
                  <a:pt x="3761434" y="4846320"/>
                  <a:pt x="2423160" y="4846320"/>
                </a:cubicBezTo>
                <a:cubicBezTo>
                  <a:pt x="1084886" y="4846320"/>
                  <a:pt x="0" y="3761434"/>
                  <a:pt x="0" y="2423160"/>
                </a:cubicBezTo>
                <a:cubicBezTo>
                  <a:pt x="0" y="1084886"/>
                  <a:pt x="1084886" y="0"/>
                  <a:pt x="2423160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66025" y="4204801"/>
            <a:ext cx="4889044" cy="2230428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 mar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/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/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200"/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B2F8D782-06EC-940C-F17F-0CED2CF68886}"/>
              </a:ext>
            </a:extLst>
          </p:cNvPr>
          <p:cNvSpPr/>
          <p:nvPr userDrawn="1"/>
        </p:nvSpPr>
        <p:spPr>
          <a:xfrm>
            <a:off x="4274820" y="373380"/>
            <a:ext cx="2266950" cy="2244089"/>
          </a:xfrm>
          <a:prstGeom prst="donut">
            <a:avLst>
              <a:gd name="adj" fmla="val 358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42E7812-2B15-FAFC-B703-798C9302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DCB7C6-FF8A-F130-CFBB-79DEA452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512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EC44D7-9AAD-F106-CAD2-04794BDF76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7369F-CCA5-249D-9978-6BEE7F7AA7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BFC298-BCBF-9536-D950-DEB35893F3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FBDF3-67E1-9C77-E43E-2F80B364EE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A97309-2E1F-F812-D384-402EC7900D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  <a:alpha val="46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3658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n-US" dirty="0"/>
              <a:t>Business marketing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54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pikist.com/free-photo-snzk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dnevnik.hr/ipcorcore/2018/12/index.html" TargetMode="Externa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hiimanshuu0406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853" y="1221102"/>
            <a:ext cx="4861349" cy="4415795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Instagram Performance Analytics-</a:t>
            </a:r>
            <a:br>
              <a:rPr lang="en-US" sz="4800" dirty="0"/>
            </a:br>
            <a:r>
              <a:rPr lang="en-US" sz="4800" dirty="0"/>
              <a:t>Sugar cosmetics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CE24285-5EBE-0A27-1955-CD235CF8FE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5" b="98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71401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33CEA6B-4142-ECF5-60D8-01B3C818C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3512" y="34509"/>
            <a:ext cx="4042719" cy="879891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E49ECDA-6D4E-B9D0-3B4E-BF0F9B64C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855" y="1006679"/>
            <a:ext cx="5394121" cy="5109236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200" dirty="0"/>
              <a:t>Evaluate the performance of Sugar Cosmetics' Instagram account based on engagement and reach.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200" dirty="0"/>
              <a:t>Identify trends in content performance (e.g., posts, reels, stories).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200" dirty="0"/>
              <a:t>Determine the best-performing content types, hashtags, and posting times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200" dirty="0"/>
              <a:t>Analyze audience demographics and growth trends.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200" dirty="0"/>
              <a:t>Provide data-driven insights to refine and support social media strategy.</a:t>
            </a:r>
          </a:p>
          <a:p>
            <a:endParaRPr lang="en-US" sz="2200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00AC04D-34FC-63D0-66D5-4130AC72A84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4" b="142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2186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6446-7EC8-6361-EFEB-49E5B346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876"/>
            <a:ext cx="11430000" cy="62991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AB6DD5-1DF2-7990-90D0-B56CA02445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C5CFE-E186-D328-6AAE-F1CFCCADD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"/>
            <a:ext cx="12192000" cy="619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9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B8C1-5051-6D93-D1A7-8C93D19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78280"/>
            <a:ext cx="11430000" cy="1941577"/>
          </a:xfrm>
        </p:spPr>
        <p:txBody>
          <a:bodyPr/>
          <a:lstStyle/>
          <a:p>
            <a:r>
              <a:rPr lang="en-US" dirty="0"/>
              <a:t>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02183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8B7A-E552-34ED-FADF-0CCD01F8F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2673"/>
            <a:ext cx="11430000" cy="761028"/>
          </a:xfrm>
        </p:spPr>
        <p:txBody>
          <a:bodyPr/>
          <a:lstStyle/>
          <a:p>
            <a:r>
              <a:rPr lang="en-US" dirty="0"/>
              <a:t>Key Takeaways From the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BFE9FE-79C1-AC5A-B40D-6C6A67749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6" y="1944827"/>
            <a:ext cx="3590488" cy="3951179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sz="2000" b="1" dirty="0"/>
              <a:t>Stable Posting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Monthly posts remain consistent around </a:t>
            </a:r>
            <a:r>
              <a:rPr lang="en-US" b="1" dirty="0"/>
              <a:t>4,000+ per month</a:t>
            </a:r>
            <a:r>
              <a:rPr lang="en-US" dirty="0"/>
              <a:t>, except two low months (Apr 24 &amp; 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indicates an already strong, consistent content pipeline.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1F6BD-3486-43F8-4A9E-385CBBFD3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433" y="1121162"/>
            <a:ext cx="8559567" cy="491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81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7DEBE2-6CF1-0AE3-712E-B961CFA48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02" y="2723769"/>
            <a:ext cx="3506598" cy="2754242"/>
          </a:xfrm>
        </p:spPr>
        <p:txBody>
          <a:bodyPr>
            <a:normAutofit/>
          </a:bodyPr>
          <a:lstStyle/>
          <a:p>
            <a:r>
              <a:rPr lang="en-US" sz="2000" b="1" dirty="0"/>
              <a:t>2. Engagement Peaks Occur on Specific Days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Wednesday, Saturday &amp; Tuesday</a:t>
            </a:r>
            <a:r>
              <a:rPr lang="en-US" sz="1800" dirty="0"/>
              <a:t> show the highest engagement (18.57–18.63%)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Sunday shows slightly lower performance.</a:t>
            </a:r>
            <a:endParaRPr lang="en-US" sz="1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A7CE58-E8BF-0B18-9C0B-66A8A1A4E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490" y="658536"/>
            <a:ext cx="8450510" cy="554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5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51874-8B09-B7A7-13AC-95BBE36C8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0" y="2322283"/>
            <a:ext cx="4268598" cy="27656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/>
              <a:t>3. Engagement </a:t>
            </a:r>
            <a:r>
              <a:rPr lang="fr-FR" sz="2000" b="1" dirty="0" err="1"/>
              <a:t>Funnel</a:t>
            </a:r>
            <a:r>
              <a:rPr lang="fr-FR" sz="2000" b="1" dirty="0"/>
              <a:t> </a:t>
            </a:r>
            <a:r>
              <a:rPr lang="fr-FR" sz="2000" b="1" dirty="0" err="1"/>
              <a:t>Indicates</a:t>
            </a:r>
            <a:r>
              <a:rPr lang="fr-FR" sz="2000" b="1" dirty="0"/>
              <a:t>          </a:t>
            </a:r>
            <a:r>
              <a:rPr lang="fr-FR" sz="2000" b="1" dirty="0" err="1"/>
              <a:t>Significant</a:t>
            </a:r>
            <a:r>
              <a:rPr lang="fr-FR" sz="2000" b="1" dirty="0"/>
              <a:t> Drop</a:t>
            </a:r>
          </a:p>
          <a:p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Reach</a:t>
            </a:r>
            <a:r>
              <a:rPr lang="fr-FR" dirty="0"/>
              <a:t> </a:t>
            </a:r>
            <a:r>
              <a:rPr lang="en-US" dirty="0"/>
              <a:t>Sharp drop to 148M Likes</a:t>
            </a:r>
            <a:endParaRPr lang="fr-FR" b="1" dirty="0"/>
          </a:p>
          <a:p>
            <a:r>
              <a:rPr lang="en-US" dirty="0"/>
              <a:t>Shows a large top-of-funnel but weak conversion to deeper engagement</a:t>
            </a:r>
          </a:p>
        </p:txBody>
      </p:sp>
      <p:graphicFrame>
        <p:nvGraphicFramePr>
          <p:cNvPr id="5" name="Content Placeholder 4" descr="A timeline of the product launch">
            <a:extLst>
              <a:ext uri="{FF2B5EF4-FFF2-40B4-BE49-F238E27FC236}">
                <a16:creationId xmlns:a16="http://schemas.microsoft.com/office/drawing/2014/main" id="{C59CED23-8DD1-7DD1-F972-702622FB573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925546745"/>
              </p:ext>
            </p:extLst>
          </p:nvPr>
        </p:nvGraphicFramePr>
        <p:xfrm>
          <a:off x="745558" y="0"/>
          <a:ext cx="10504079" cy="1770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772F09-F17A-BC5B-7621-505F7EA2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72F3C6-8FE3-8CFE-C642-7D39042F0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468074"/>
            <a:ext cx="7323589" cy="488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645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77B2EF-B06B-3A20-C707-01959780B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2495" y="1209504"/>
            <a:ext cx="4090549" cy="4438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4. Post Types Perform Similarly</a:t>
            </a:r>
          </a:p>
          <a:p>
            <a:r>
              <a:rPr lang="en-US" dirty="0"/>
              <a:t>Reels, Stories, Images &amp; Videos all fall around </a:t>
            </a:r>
            <a:r>
              <a:rPr lang="en-US" b="1" dirty="0"/>
              <a:t>2950 average likes.</a:t>
            </a:r>
          </a:p>
          <a:p>
            <a:r>
              <a:rPr lang="en-US" dirty="0"/>
              <a:t>No major variation → means platform audience responds well to all formats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C1F8B8-53A0-56BE-5B0D-71EBA3D5B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4037"/>
            <a:ext cx="7840912" cy="538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23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72F6A-E214-30A2-7FAD-22D152FA48E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30269" y="1407413"/>
            <a:ext cx="3405552" cy="3416256"/>
          </a:xfrm>
        </p:spPr>
        <p:txBody>
          <a:bodyPr/>
          <a:lstStyle/>
          <a:p>
            <a:r>
              <a:rPr lang="en-US" sz="2000" b="1" dirty="0"/>
              <a:t>5. Hashtags Are Evenly Used (Top 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 hashtag clusters have nearly equal share (~19.5%).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single hashtag group is dominating — potential opportunity to optimize.</a:t>
            </a:r>
            <a:endParaRPr lang="en-US" b="1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350288-714F-6118-5AF1-80B87A690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42887"/>
            <a:ext cx="8271545" cy="494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04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C8E23-6A4F-4214-34EC-65F8B4109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891" y="1357080"/>
            <a:ext cx="3516496" cy="3988349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6. Follow Conversion Across Campaigns Is Uniform</a:t>
            </a:r>
          </a:p>
          <a:p>
            <a:r>
              <a:rPr lang="en-US" dirty="0"/>
              <a:t>All campaign types show follow rates around </a:t>
            </a:r>
            <a:r>
              <a:rPr lang="en-US" b="1" dirty="0"/>
              <a:t>0.9%.</a:t>
            </a:r>
          </a:p>
          <a:p>
            <a:r>
              <a:rPr lang="en-US" dirty="0"/>
              <a:t>No campaign type clearly outperforms others.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003A32-715E-AFD3-7E41-243D940D4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168" y="715617"/>
            <a:ext cx="8121831" cy="542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99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8E8B7-D766-8621-5EF3-715258107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0" y="1583003"/>
            <a:ext cx="4360102" cy="3951179"/>
          </a:xfrm>
        </p:spPr>
        <p:txBody>
          <a:bodyPr/>
          <a:lstStyle/>
          <a:p>
            <a:r>
              <a:rPr lang="en-US" sz="2000" b="1" dirty="0"/>
              <a:t>7. Top Likes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 27398 leads in likes which is an </a:t>
            </a:r>
            <a:r>
              <a:rPr lang="en-US" b="1" dirty="0"/>
              <a:t>Influencer Collab reel</a:t>
            </a:r>
            <a:r>
              <a:rPr lang="en-US" dirty="0"/>
              <a:t>, indicating it resonated most with the audience in terms of visual appeal or timing.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5 likes are of Influencer Collab or Giveaway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490550-1AD2-AAAA-3D2F-EFD8C935C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6777"/>
            <a:ext cx="7467600" cy="506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07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97392-A918-A6A9-8BEB-12A8A8FB3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85" y="1851313"/>
            <a:ext cx="4451816" cy="3484085"/>
          </a:xfrm>
        </p:spPr>
        <p:txBody>
          <a:bodyPr>
            <a:normAutofit/>
          </a:bodyPr>
          <a:lstStyle/>
          <a:p>
            <a:r>
              <a:rPr lang="en-US" sz="2000" b="1" dirty="0"/>
              <a:t>8. Engagement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Post 23785 has the highest engagement rate (34.10%), showing exceptional audience interaction relative to 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Engagement rates are tightly clustered (33.82%–34.10%), implying consistent performance across top posts, possibly due to similar content strategy or audience targeting.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868204-9898-F647-7658-28D7EAA1D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722" y="801149"/>
            <a:ext cx="7712278" cy="525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62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C46EA4-FA3A-3B93-0312-90D2A0E38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605" y="1868489"/>
            <a:ext cx="5832907" cy="4415795"/>
          </a:xfrm>
        </p:spPr>
        <p:txBody>
          <a:bodyPr/>
          <a:lstStyle/>
          <a:p>
            <a:r>
              <a:rPr lang="en-US" dirty="0"/>
              <a:t>Recommended Posting Strategy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8C85728-0265-72C3-712B-F92F28E87AC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608" b="56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05170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75D1-A957-4517-653D-D827ED4B2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062" y="209725"/>
            <a:ext cx="10242958" cy="643435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Best Days to 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 most frequently on: </a:t>
            </a:r>
            <a:r>
              <a:rPr lang="en-US" b="1" dirty="0"/>
              <a:t>Wednesday, Saturday, Friday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 regular posting on: Monday, Tuesday, Thursday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important announcements on: </a:t>
            </a:r>
            <a:r>
              <a:rPr lang="en-US" b="1" dirty="0"/>
              <a:t>Sunday (lowest engagement)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2. Posting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 current posting volume (</a:t>
            </a:r>
            <a:r>
              <a:rPr lang="en-US" b="1" dirty="0"/>
              <a:t>4000 posts/month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sudden dips like it is in April 24  &amp; 25 → ensure consistent calendars.</a:t>
            </a:r>
          </a:p>
          <a:p>
            <a:pPr marL="0" indent="0">
              <a:buNone/>
            </a:pPr>
            <a:r>
              <a:rPr lang="en-US" b="1" dirty="0"/>
              <a:t>3. Best Performing Formats</a:t>
            </a:r>
          </a:p>
          <a:p>
            <a:pPr marL="0" indent="0">
              <a:buNone/>
            </a:pPr>
            <a:r>
              <a:rPr lang="en-US" dirty="0"/>
              <a:t>Since performance is similar: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Reels for reach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Images for clarity/product highlights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Stories for quick engagement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Videos for tutorials/demos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Recommendation:</a:t>
            </a:r>
            <a:r>
              <a:rPr lang="en-US" dirty="0"/>
              <a:t> Mix formats strategically; don’t rely heavily on a single type.</a:t>
            </a:r>
          </a:p>
        </p:txBody>
      </p:sp>
    </p:spTree>
    <p:extLst>
      <p:ext uri="{BB962C8B-B14F-4D97-AF65-F5344CB8AC3E}">
        <p14:creationId xmlns:p14="http://schemas.microsoft.com/office/powerpoint/2010/main" val="3797006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F55A0-CB91-7EEB-745B-EB58B9F0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2672"/>
            <a:ext cx="4677561" cy="1667066"/>
          </a:xfrm>
        </p:spPr>
        <p:txBody>
          <a:bodyPr/>
          <a:lstStyle/>
          <a:p>
            <a:r>
              <a:rPr lang="en-US" sz="3200" dirty="0"/>
              <a:t>Strategies to Improve Engagement &amp; Follower Growth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180D7E42-4C0C-D80E-9559-3838D5AAE3E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294" r="9294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6CF7D-FB13-86CC-7F46-B138E2B59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911" y="42672"/>
            <a:ext cx="5662569" cy="664335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1. Improve Mid-funnel Engagement</a:t>
            </a:r>
          </a:p>
          <a:p>
            <a:pPr marL="0" indent="0">
              <a:buNone/>
            </a:pPr>
            <a:r>
              <a:rPr lang="en-US" dirty="0"/>
              <a:t>Funnel shows large drop from Reach → Likes.</a:t>
            </a:r>
            <a:br>
              <a:rPr lang="en-US" dirty="0"/>
            </a:br>
            <a:r>
              <a:rPr lang="en-US" dirty="0"/>
              <a:t>Fix this by:</a:t>
            </a:r>
          </a:p>
          <a:p>
            <a:r>
              <a:rPr lang="en-US" dirty="0"/>
              <a:t>Using </a:t>
            </a:r>
            <a:r>
              <a:rPr lang="en-US" b="1" dirty="0"/>
              <a:t>engaging hooks</a:t>
            </a:r>
            <a:r>
              <a:rPr lang="en-US" dirty="0"/>
              <a:t> in first 3 seconds of reels</a:t>
            </a:r>
          </a:p>
          <a:p>
            <a:r>
              <a:rPr lang="en-US" dirty="0"/>
              <a:t>Posting </a:t>
            </a:r>
            <a:r>
              <a:rPr lang="en-US" b="1" dirty="0"/>
              <a:t>carousel posts</a:t>
            </a:r>
            <a:r>
              <a:rPr lang="en-US" dirty="0"/>
              <a:t>, proven to increase saves.</a:t>
            </a:r>
          </a:p>
          <a:p>
            <a:pPr marL="0" indent="0">
              <a:buNone/>
            </a:pPr>
            <a:r>
              <a:rPr lang="en-US" b="1" dirty="0"/>
              <a:t>2. Increase Saves &amp; Shares</a:t>
            </a:r>
          </a:p>
          <a:p>
            <a:r>
              <a:rPr lang="en-US" dirty="0"/>
              <a:t>These two metrics are extremely low vs likes.</a:t>
            </a:r>
          </a:p>
          <a:p>
            <a:r>
              <a:rPr lang="en-US" dirty="0"/>
              <a:t>Create </a:t>
            </a:r>
            <a:r>
              <a:rPr lang="en-US" b="1" dirty="0"/>
              <a:t>educational content</a:t>
            </a:r>
            <a:r>
              <a:rPr lang="en-US" dirty="0"/>
              <a:t> (tutorials, tips) → increases saves</a:t>
            </a:r>
          </a:p>
          <a:p>
            <a:r>
              <a:rPr lang="en-US" dirty="0"/>
              <a:t>Launch </a:t>
            </a:r>
            <a:r>
              <a:rPr lang="en-US" b="1" dirty="0"/>
              <a:t>share-worthy templates/memes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3. Boost Comments with Conversation Starters</a:t>
            </a:r>
            <a:r>
              <a:rPr lang="en-US" dirty="0"/>
              <a:t>:</a:t>
            </a:r>
          </a:p>
          <a:p>
            <a:r>
              <a:rPr lang="en-US" dirty="0"/>
              <a:t>“Which shade would you pick?”</a:t>
            </a:r>
          </a:p>
          <a:p>
            <a:r>
              <a:rPr lang="en-US" dirty="0"/>
              <a:t>“Tag a friend who needs this look!”</a:t>
            </a:r>
          </a:p>
          <a:p>
            <a:pPr marL="0" indent="0">
              <a:buNone/>
            </a:pPr>
            <a:r>
              <a:rPr lang="en-US" b="1" dirty="0"/>
              <a:t>4. Enhance Follow Conversion</a:t>
            </a:r>
          </a:p>
          <a:p>
            <a:r>
              <a:rPr lang="en-US" dirty="0"/>
              <a:t>Follow Rate is flat (~0.9%).</a:t>
            </a:r>
            <a:br>
              <a:rPr lang="en-US" dirty="0"/>
            </a:br>
            <a:r>
              <a:rPr lang="en-US" dirty="0"/>
              <a:t>Improve via:</a:t>
            </a:r>
          </a:p>
          <a:p>
            <a:r>
              <a:rPr lang="en-US" dirty="0"/>
              <a:t>Story highlights for new visitors</a:t>
            </a:r>
          </a:p>
          <a:p>
            <a:r>
              <a:rPr lang="en-US" dirty="0"/>
              <a:t>‘Behind the scenes’ + authenticity to increase trust</a:t>
            </a:r>
          </a:p>
          <a:p>
            <a:r>
              <a:rPr lang="en-US" dirty="0"/>
              <a:t>Exclusive follower-only offers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0578AA-E458-4CB1-3DF7-8DE29EC48DA8}"/>
              </a:ext>
            </a:extLst>
          </p:cNvPr>
          <p:cNvSpPr txBox="1"/>
          <p:nvPr/>
        </p:nvSpPr>
        <p:spPr>
          <a:xfrm>
            <a:off x="452402" y="6858000"/>
            <a:ext cx="5829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blog.dnevnik.hr/ipcorcore/2018/12/index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723777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B0CF4-549A-CF30-150D-70484580B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0507" y="271313"/>
            <a:ext cx="5455978" cy="1173506"/>
          </a:xfrm>
        </p:spPr>
        <p:txBody>
          <a:bodyPr/>
          <a:lstStyle/>
          <a:p>
            <a:r>
              <a:rPr lang="en-US" dirty="0"/>
              <a:t>Proposed Campaign &amp; Content Ideas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06C9C96-D9CB-3C31-258E-65221AC31BF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60" b="20460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0EF38-926C-19A7-D218-81177C87D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344" y="1753299"/>
            <a:ext cx="6722146" cy="4833388"/>
          </a:xfrm>
        </p:spPr>
        <p:txBody>
          <a:bodyPr>
            <a:normAutofit/>
          </a:bodyPr>
          <a:lstStyle/>
          <a:p>
            <a:pPr marL="457200" indent="-457200" algn="l">
              <a:buAutoNum type="arabicPeriod"/>
            </a:pPr>
            <a:r>
              <a:rPr lang="en-US" sz="2000" b="1" dirty="0"/>
              <a:t>“Bold Looks Challenge” Reel Campaign-</a:t>
            </a:r>
            <a:br>
              <a:rPr lang="en-US" sz="2000" dirty="0"/>
            </a:br>
            <a:r>
              <a:rPr lang="en-US" sz="2000" dirty="0"/>
              <a:t>Fans recreate signature SUGAR looks → tag brand → best entries reposted. Boosts: Reels, Shares, Follows.</a:t>
            </a:r>
          </a:p>
          <a:p>
            <a:pPr marL="457200" indent="-457200" algn="l">
              <a:buAutoNum type="arabicPeriod"/>
            </a:pPr>
            <a:r>
              <a:rPr lang="en-US" sz="2000" b="1" dirty="0"/>
              <a:t>“Ask SUGAR” Weekly Expert Series-</a:t>
            </a:r>
            <a:br>
              <a:rPr lang="en-US" sz="2000" dirty="0"/>
            </a:br>
            <a:r>
              <a:rPr lang="en-US" sz="2000" dirty="0"/>
              <a:t>Short tutorial videos, tips, Q&amp;A. Boosts: Saves, Comments, Engagement.</a:t>
            </a:r>
          </a:p>
          <a:p>
            <a:pPr marL="457200" indent="-457200" algn="l">
              <a:buAutoNum type="arabicPeriod"/>
            </a:pPr>
            <a:r>
              <a:rPr lang="en-US" sz="2000" b="1" dirty="0"/>
              <a:t>Influencer ‘Get Ready With Me’ (GRWM) Collabs- </a:t>
            </a:r>
            <a:r>
              <a:rPr lang="en-US" sz="2000" dirty="0"/>
              <a:t>Influencers demonstrate products in real-time. Boosts: Reach, Follow Conversion.</a:t>
            </a:r>
          </a:p>
          <a:p>
            <a:pPr marL="457200" indent="-457200" algn="l">
              <a:buAutoNum type="arabicPeriod"/>
            </a:pPr>
            <a:r>
              <a:rPr lang="en-US" sz="2000" b="1" dirty="0"/>
              <a:t>Festival “Limited Edition” Carousel Announcements-</a:t>
            </a:r>
            <a:br>
              <a:rPr lang="en-US" sz="2000" b="1" dirty="0"/>
            </a:br>
            <a:r>
              <a:rPr lang="en-US" sz="2000" dirty="0"/>
              <a:t>Carousels drive more saves → higher engagement.</a:t>
            </a:r>
          </a:p>
          <a:p>
            <a:pPr marL="457200" indent="-457200" algn="l">
              <a:buAutoNum type="arabicPeriod"/>
            </a:pPr>
            <a:r>
              <a:rPr lang="en-US" sz="2000" b="1" dirty="0"/>
              <a:t>“Behind the Scenes” Brand Storytelling Series-</a:t>
            </a:r>
            <a:br>
              <a:rPr lang="en-US" sz="2000" dirty="0"/>
            </a:br>
            <a:r>
              <a:rPr lang="en-US" sz="2000" dirty="0"/>
              <a:t>Shows authenticity → good for new followers.</a:t>
            </a:r>
          </a:p>
        </p:txBody>
      </p:sp>
    </p:spTree>
    <p:extLst>
      <p:ext uri="{BB962C8B-B14F-4D97-AF65-F5344CB8AC3E}">
        <p14:creationId xmlns:p14="http://schemas.microsoft.com/office/powerpoint/2010/main" val="236922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CACC79-C1CA-C770-77EE-C9533849C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024" y="422771"/>
            <a:ext cx="4874773" cy="3685032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5" name="Picture Placeholder 24" descr="A person writing on a sign">
            <a:extLst>
              <a:ext uri="{FF2B5EF4-FFF2-40B4-BE49-F238E27FC236}">
                <a16:creationId xmlns:a16="http://schemas.microsoft.com/office/drawing/2014/main" id="{834875C9-082D-2FCB-7BA7-BAA1739FA9C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8680" y="888652"/>
            <a:ext cx="4846320" cy="484632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3F741-77D2-50A4-3674-C99FF01B8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025" y="4204801"/>
            <a:ext cx="4889044" cy="2230428"/>
          </a:xfrm>
        </p:spPr>
        <p:txBody>
          <a:bodyPr/>
          <a:lstStyle/>
          <a:p>
            <a:r>
              <a:rPr lang="en-US" dirty="0"/>
              <a:t>Himanshu</a:t>
            </a:r>
          </a:p>
          <a:p>
            <a:pPr lvl="1"/>
            <a:r>
              <a:rPr lang="en-US" dirty="0">
                <a:hlinkClick r:id="rId4"/>
              </a:rPr>
              <a:t>hiimanshuu0406@gmail.com</a:t>
            </a:r>
            <a:endParaRPr lang="en-US" dirty="0"/>
          </a:p>
          <a:p>
            <a:pPr lvl="1"/>
            <a:r>
              <a:rPr lang="en-US" dirty="0"/>
              <a:t>Domain- Data Analytics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192F5C-AA21-323C-9221-52EE3837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5852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TM11161285">
      <a:dk1>
        <a:srgbClr val="000000"/>
      </a:dk1>
      <a:lt1>
        <a:srgbClr val="FFFFFF"/>
      </a:lt1>
      <a:dk2>
        <a:srgbClr val="9C350D"/>
      </a:dk2>
      <a:lt2>
        <a:srgbClr val="E7E6E6"/>
      </a:lt2>
      <a:accent1>
        <a:srgbClr val="EF9316"/>
      </a:accent1>
      <a:accent2>
        <a:srgbClr val="C1B46A"/>
      </a:accent2>
      <a:accent3>
        <a:srgbClr val="4AAF72"/>
      </a:accent3>
      <a:accent4>
        <a:srgbClr val="569EB7"/>
      </a:accent4>
      <a:accent5>
        <a:srgbClr val="D07DF8"/>
      </a:accent5>
      <a:accent6>
        <a:srgbClr val="F97E5C"/>
      </a:accent6>
      <a:hlink>
        <a:srgbClr val="0563C1"/>
      </a:hlink>
      <a:folHlink>
        <a:srgbClr val="954F72"/>
      </a:folHlink>
    </a:clrScheme>
    <a:fontScheme name="Custom 113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161285_win32_SL_V10" id="{EDA0DED9-7866-43C7-AAE0-FF2BF7894006}" vid="{392D8875-CB51-4401-81BF-DCAE09DF28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98E2AA-96EA-44F8-9A2C-8D407107E6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D120E86-8EBF-4A45-BB42-6385F45559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1796BC-EFB4-4758-9E84-D19E82556C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</TotalTime>
  <Words>744</Words>
  <Application>Microsoft Office PowerPoint</Application>
  <PresentationFormat>Widescreen</PresentationFormat>
  <Paragraphs>98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Trebuchet MS</vt:lpstr>
      <vt:lpstr>Berlin</vt:lpstr>
      <vt:lpstr>Instagram Performance Analytics- Sugar cosmetics</vt:lpstr>
      <vt:lpstr>Objectives</vt:lpstr>
      <vt:lpstr>DASHBOARD</vt:lpstr>
      <vt:lpstr>STRATEGIC RECOMMENDATIONS</vt:lpstr>
      <vt:lpstr>Key Takeaways From the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Recommended Posting Strategy</vt:lpstr>
      <vt:lpstr>PowerPoint Presentation</vt:lpstr>
      <vt:lpstr>Strategies to Improve Engagement &amp; Follower Growth</vt:lpstr>
      <vt:lpstr>Proposed Campaign &amp; Content Ideas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Himanshu Sharma</cp:lastModifiedBy>
  <cp:revision>6</cp:revision>
  <dcterms:created xsi:type="dcterms:W3CDTF">2025-11-15T08:15:38Z</dcterms:created>
  <dcterms:modified xsi:type="dcterms:W3CDTF">2025-11-15T16:07:20Z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